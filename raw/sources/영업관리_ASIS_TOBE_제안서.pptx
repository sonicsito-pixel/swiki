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[영업관리 PI] 차세대 시스템 구축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AS-IS vs TO-BE 프로세스 변화 구조도</a:t>
            </a:r>
          </a:p>
          <a:p>
            <a:r>
              <a:t>작성일: 2026-04-23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매장 및 기준정보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AS-IS (현행)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TO-BE (차세대)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기대효과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사업자번호 기반 관리 (사업자 변경 시 데이터 단절)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매장코드 기반 관리 (사업자 변경 이력 통합 관리)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데이터 연속성 및 매장 생애주기 관리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AIS 종사업장 정보를 F-ONE에 수기 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AIS - F-ONE 실시간 자동 동기화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입력 오류 방지 및 업무 효율화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오픈일, 폐점일, 결제일 등을 별도 엑셀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매장 운영 통합 관리 화면 신설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정보 가시성 확보 및 정산 정확도 향상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매출 및 정산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AS-IS (현행)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TO-BE (차세대)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기대효과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매출 데이터 엑셀 가공 후 AIS 수기 업로드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F-ONE -&gt; AIS 직접 전표 자동 전송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마감 시간 단축 및 수기 개입 차단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VAN사/백화점 정산 내역과 POS 매출 수기 대조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VAN/EDI 데이터 자동 맵핑 및 차액 알림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정산 무결성 확보 및 검증 자동화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매장별/기간별 마진 정보를 건건이 수기 등록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마진 일괄 등록 및 매장 간 복사(Copy)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대량 데이터 처리 편의성 증대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중간관리자/수수료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AS-IS (현행)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TO-BE (차세대)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기대효과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시즌별 수수료율 변경 시 히스토리 추적 난해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시즌별/이력별 수수료 상세 관리 및 권한 제어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데이터 보안 및 무결성 강화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트러스빌 양식에 맞춰 지급 데이터 수기 세팅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시스템 내 수수료 데이터 기반 즉시 역발행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증빙 발행 업무 간소화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판부자재 등 공제 항목 수기 계산 후 반영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공제 항목 자동 계산 및 정산서 자동 반영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정산 오류 배제 및 투명성 확보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미수금 및 채권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AS-IS (현행)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TO-BE (차세대)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기대효과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장기 미수 현황을 담당자가 일일이 리스트업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대금결제일 기준 미수금 자동 추출 및 대시보드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채권 회수 관리 강화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현금 미수 발생 시 전화/메일로 사후 독촉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100만원 이상 미수 시 시스템 로그인 즉시 팝업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현장 입금 유도 및 조기 경보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가상계좌 입금 내역을 수기로 확인 후 미수 정리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가상계좌 입금 정보 F-ONE 미수 실시간 반영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실시간 채권 현황 파악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재고 및 수불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AS-IS (현행)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TO-BE (차세대)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기대효과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당해년도(현 시즌) 위주의 재고 조회만 가능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기획년도 범위 지정 기반 다년차 재고 통합 조회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재고 가용성 파악 확대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매장 상품을 물류센터 반품 후 자가소모 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매장 직접 자가소모 등록 및 수불 반영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물류비용 절감 및 처리 속도 향상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조정창고(X), 이동중창고(OA) 등 히스토리 불명확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수불 히스토리 투명화 및 창고 운영 최적화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t>재고 흐름 추적성 확보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