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56" r:id="rId2"/>
    <p:sldId id="257" r:id="rId3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1" autoAdjust="0"/>
    <p:restoredTop sz="85701" autoAdjust="0"/>
  </p:normalViewPr>
  <p:slideViewPr>
    <p:cSldViewPr snapToGrid="0">
      <p:cViewPr varScale="1">
        <p:scale>
          <a:sx n="100" d="100"/>
          <a:sy n="100" d="100"/>
        </p:scale>
        <p:origin x="1656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F6554-E8F9-422D-B802-A83C598D4D3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6C522-761D-475E-B720-8E6F8E926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9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0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70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87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9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56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5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2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3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65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5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54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AD479-3390-4B25-9705-D3A352EB6703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object 7"/>
          <p:cNvPicPr/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" y="24927"/>
            <a:ext cx="413357" cy="34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8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50456" y="2310698"/>
            <a:ext cx="7162504" cy="184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925" b="1" dirty="0" smtClean="0">
                <a:latin typeface="+mn-ea"/>
              </a:rPr>
              <a:t>차세대</a:t>
            </a:r>
            <a:r>
              <a:rPr lang="en-US" altLang="ko-KR" sz="2925" b="1" dirty="0" smtClean="0">
                <a:latin typeface="+mn-ea"/>
              </a:rPr>
              <a:t> </a:t>
            </a:r>
            <a:r>
              <a:rPr lang="ko-KR" altLang="en-US" sz="2925" b="1" dirty="0" smtClean="0">
                <a:latin typeface="+mn-ea"/>
              </a:rPr>
              <a:t>신성통상 패션관리시스템</a:t>
            </a:r>
            <a:endParaRPr lang="en-US" altLang="ko-KR" sz="2925" b="1" dirty="0">
              <a:latin typeface="+mn-ea"/>
            </a:endParaRPr>
          </a:p>
          <a:p>
            <a:pPr algn="ctr"/>
            <a:r>
              <a:rPr lang="en-US" altLang="ko-KR" sz="1950" b="1" dirty="0">
                <a:latin typeface="+mn-ea"/>
              </a:rPr>
              <a:t>- </a:t>
            </a:r>
            <a:r>
              <a:rPr lang="en-US" altLang="ko-KR" sz="1950" b="1" dirty="0" smtClean="0">
                <a:latin typeface="+mn-ea"/>
              </a:rPr>
              <a:t>TOBE </a:t>
            </a:r>
            <a:r>
              <a:rPr lang="ko-KR" altLang="en-US" sz="1950" b="1" dirty="0" smtClean="0">
                <a:latin typeface="+mn-ea"/>
              </a:rPr>
              <a:t>개선 포인트</a:t>
            </a:r>
            <a:endParaRPr lang="en-US" altLang="ko-KR" sz="1463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pPr algn="ctr"/>
            <a:r>
              <a:rPr lang="en-US" altLang="ko-KR" sz="1950" b="1" dirty="0">
                <a:latin typeface="+mn-ea"/>
              </a:rPr>
              <a:t> - IT</a:t>
            </a:r>
            <a:r>
              <a:rPr lang="ko-KR" altLang="en-US" sz="1950" b="1" dirty="0">
                <a:latin typeface="+mn-ea"/>
              </a:rPr>
              <a:t>기획팀 </a:t>
            </a:r>
            <a:r>
              <a:rPr lang="en-US" altLang="ko-KR" sz="1950" b="1" dirty="0">
                <a:latin typeface="+mn-ea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0241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79547"/>
              </p:ext>
            </p:extLst>
          </p:nvPr>
        </p:nvGraphicFramePr>
        <p:xfrm>
          <a:off x="198120" y="846618"/>
          <a:ext cx="9578340" cy="5932642"/>
        </p:xfrm>
        <a:graphic>
          <a:graphicData uri="http://schemas.openxmlformats.org/drawingml/2006/table">
            <a:tbl>
              <a:tblPr/>
              <a:tblGrid>
                <a:gridCol w="1115393"/>
                <a:gridCol w="1068593"/>
                <a:gridCol w="2410342"/>
                <a:gridCol w="2784426"/>
                <a:gridCol w="2199586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영역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AS-IS (</a:t>
                      </a:r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현행 시스템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TO-BE (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차세대 시스템 방향성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기대 효과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531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데이터 구조 및</a:t>
                      </a:r>
                      <a:b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화면 구성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필드 관리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291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개 항목 중 과거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(2018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년 이전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의미 없는 더미 데이터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("9999-12-31"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방치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미사용 항목 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개 과감히 삭제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숨김 처리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각종 추정원가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우편번호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중간관리자 상세정보 등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경량화 및 화면 로딩 속도 개선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입력 방식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대부분의 항목을 사용자가 일일이 수기 입력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기준 정보에 따른 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자동 기입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기본값 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세팅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대폭 확대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업무 피로도 감소 및 데이터 오입력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(Human Error)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방지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0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매장 정보 관리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국내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해외 구분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과세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비과세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항목을 통해 간접적으로 국내와 해외 매장을 구분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국내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해외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관리 필드 신설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을 통한 명확한 구분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글로벌 비즈니스 확장에 대비한 정확한 매장 통계 산출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브랜드 세분화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탑텐 매장의 성인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키즈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복합 구분이 시스템에 없어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담당자가 엑셀로 수기 분류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시스템 내 매장 속성으로 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성인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키즈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복합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구분자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 추가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별도 수기 작업 없이 시스템 내에서 정확한 매출 및 재고 분석 가능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식별자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회계부서코드와 매장코드가 혼용되거나 목적이 불분명함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매장코드를 회계처리용 부서코드의 대체재로 명확히 정의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전사 시스템 간 데이터 정합성 확보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제품 및</a:t>
                      </a:r>
                      <a:b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작업지시 관리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품번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스펙 생성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기획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</a:rPr>
                        <a:t>소싱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담당자가 원단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시즌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</a:rPr>
                        <a:t>혼용률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등을 각각 개별적으로 수기 입력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마스터 데이터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브랜드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시즌 등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선택 시 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연관 데이터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서브브랜드 등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연쇄 자동 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세팅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제품 정보 생성 시간 단축 및 데이터 표준화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작업지시서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작업지시서 출력 시 원가 정보가 자동으로 매핑되지 않아 수기로 추가 기입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작업지시서 출력 시 원가 정보 자동 출력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되도록 리포트 기능 개선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소싱 본부 및 협력업체 간 업무 효율성 증대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프로세스 연결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가품번 등록과 실제 작업지시 등록이 파편화됨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기획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가품번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) -&gt; </a:t>
                      </a:r>
                      <a:r>
                        <a:rPr lang="ko-KR" altLang="en-US" sz="1000" b="1" dirty="0" err="1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소싱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협의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) -&gt;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작업지시 업데이트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 파이프라인 전산화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부서 간 업무 현황 투명화 및 리드타임 단축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b="1">
                          <a:effectLst/>
                          <a:latin typeface="+mn-ea"/>
                          <a:ea typeface="+mn-ea"/>
                        </a:rPr>
                        <a:t>타 시스템 연동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온라인몰 연동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굿웨어몰 연동 시 사업부별 작업 방식이 다르고 수기 입력이 잦음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온라인 전용 필드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카테고리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한글제품명 등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표준화 및 자동 연동 확대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</a:rPr>
                        <a:t>온라인몰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상품 등록 시간 단축 및 정보 불일치 해소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내부 시스템 연동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타 시스템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(S-ONE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에서 목표원가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생산지 등 데이터 변경 시 </a:t>
                      </a:r>
                      <a:r>
                        <a:rPr lang="en-US" altLang="ko-KR" sz="1000">
                          <a:effectLst/>
                          <a:latin typeface="+mn-ea"/>
                          <a:ea typeface="+mn-ea"/>
                        </a:rPr>
                        <a:t>FA-ONE</a:t>
                      </a:r>
                      <a:r>
                        <a:rPr lang="ko-KR" altLang="en-US" sz="1000">
                          <a:effectLst/>
                          <a:latin typeface="+mn-ea"/>
                          <a:ea typeface="+mn-ea"/>
                        </a:rPr>
                        <a:t>에 수기 업데이트 필요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S-ONE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등 유관 시스템 데이터 변경 시 </a:t>
                      </a:r>
                      <a:r>
                        <a:rPr lang="en-US" altLang="ko-KR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FA-ONE </a:t>
                      </a:r>
                      <a:r>
                        <a:rPr lang="ko-KR" altLang="en-US" sz="1000" b="1" dirty="0">
                          <a:solidFill>
                            <a:srgbClr val="0056B3"/>
                          </a:solidFill>
                          <a:effectLst/>
                          <a:latin typeface="+mn-ea"/>
                          <a:ea typeface="+mn-ea"/>
                        </a:rPr>
                        <a:t>자동 동기화</a:t>
                      </a:r>
                      <a:endParaRPr lang="ko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부서 간 데이터 이중 관리 방지 및 실시간 데이터 정합성 유지</a:t>
                      </a:r>
                    </a:p>
                  </a:txBody>
                  <a:tcPr marL="27716" marR="27716" marT="27716" marB="2771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102995" y="76662"/>
            <a:ext cx="599313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매장정보 </a:t>
            </a:r>
            <a:r>
              <a:rPr lang="en-US" altLang="ko-KR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제품정보 </a:t>
            </a:r>
            <a:r>
              <a:rPr lang="en-US" altLang="ko-KR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작업지시 </a:t>
            </a:r>
            <a:r>
              <a:rPr lang="en-US" altLang="ko-KR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r>
              <a:rPr lang="ko-KR" altLang="en-US" b="1" dirty="0" smtClean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차세대 </a:t>
            </a:r>
            <a:r>
              <a:rPr lang="ko-KR" altLang="en-US" b="1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</a:t>
            </a:r>
            <a:r>
              <a:rPr lang="en-US" altLang="ko-KR" b="1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(F-IT) </a:t>
            </a:r>
            <a:r>
              <a:rPr lang="ko-KR" altLang="en-US" b="1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개선 방향성 </a:t>
            </a:r>
            <a:r>
              <a:rPr lang="en-US" altLang="ko-KR" b="1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(AS-IS vs TO-BE)</a:t>
            </a:r>
            <a:endParaRPr lang="en-US" altLang="ko-KR" b="1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4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8678</TotalTime>
  <Words>391</Words>
  <Application>Microsoft Office PowerPoint</Application>
  <PresentationFormat>A4 용지(210x297mm)</PresentationFormat>
  <Paragraphs>56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user</cp:lastModifiedBy>
  <cp:revision>580</cp:revision>
  <cp:lastPrinted>2026-04-02T09:07:14Z</cp:lastPrinted>
  <dcterms:created xsi:type="dcterms:W3CDTF">2024-07-17T01:22:47Z</dcterms:created>
  <dcterms:modified xsi:type="dcterms:W3CDTF">2026-04-16T07:40:05Z</dcterms:modified>
</cp:coreProperties>
</file>