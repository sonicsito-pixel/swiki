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6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24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36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29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93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68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558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26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94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3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82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86234-3C5B-4F60-8D67-67BDDA34F6C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98513-6C31-41EA-ABBE-9D2EA884D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61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32318" y="535794"/>
            <a:ext cx="9031457" cy="5486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/>
              <a:t>□ 이슈 사항 및 개선 포인트</a:t>
            </a:r>
          </a:p>
          <a:p>
            <a:endParaRPr lang="ko-KR" altLang="en-US" sz="1200" dirty="0"/>
          </a:p>
          <a:p>
            <a:r>
              <a:rPr lang="ko-KR" altLang="en-US" sz="1200" b="1" dirty="0"/>
              <a:t>- 기준 정보 확장 가능성 검토, 불필요한 정보 정리</a:t>
            </a:r>
          </a:p>
          <a:p>
            <a:endParaRPr lang="ko-KR" altLang="en-US" sz="1200" dirty="0"/>
          </a:p>
          <a:p>
            <a:r>
              <a:rPr lang="ko-KR" altLang="en-US" sz="1000" dirty="0"/>
              <a:t>  브랜드 / 품종 정보 관리 : 사업 </a:t>
            </a:r>
            <a:r>
              <a:rPr lang="ko-KR" altLang="en-US" sz="1000" dirty="0"/>
              <a:t>확장 성 </a:t>
            </a:r>
            <a:r>
              <a:rPr lang="ko-KR" altLang="en-US" sz="1000" dirty="0"/>
              <a:t>고려, 기존 정보 다변화에 대한 검토 필요</a:t>
            </a:r>
          </a:p>
          <a:p>
            <a:r>
              <a:rPr lang="ko-KR" altLang="en-US" sz="1000" dirty="0"/>
              <a:t>  칼라 관리 : 중복되어 있거나 오래 사용하지 않는 코드에 대한 정리를 통한 관리 포인트 효율화</a:t>
            </a:r>
          </a:p>
          <a:p>
            <a:r>
              <a:rPr lang="ko-KR" altLang="en-US" sz="1000" dirty="0"/>
              <a:t>  사이즈 관리 : 정보 활용을 위한 중복 업무 제거</a:t>
            </a:r>
          </a:p>
          <a:p>
            <a:r>
              <a:rPr lang="ko-KR" altLang="en-US" sz="1000" dirty="0"/>
              <a:t>  거래선(업체정보) 인터페이스 : 불필요한 프로세스 효율화</a:t>
            </a:r>
          </a:p>
          <a:p>
            <a:r>
              <a:rPr lang="ko-KR" altLang="en-US" sz="1200" dirty="0"/>
              <a:t>  </a:t>
            </a:r>
          </a:p>
          <a:p>
            <a:r>
              <a:rPr lang="ko-KR" altLang="en-US" sz="1200" b="1" dirty="0"/>
              <a:t>- 수기 자료 전산화, 업무 기능별 분류</a:t>
            </a:r>
          </a:p>
          <a:p>
            <a:r>
              <a:rPr lang="ko-KR" altLang="en-US" sz="1200" dirty="0"/>
              <a:t>  </a:t>
            </a:r>
          </a:p>
          <a:p>
            <a:r>
              <a:rPr lang="ko-KR" altLang="en-US" sz="1000" dirty="0"/>
              <a:t>  매장 정보 관리 : 수기 관리 자료 표준화 및 전산화 ( </a:t>
            </a:r>
            <a:r>
              <a:rPr lang="ko-KR" altLang="en-US" sz="1000" dirty="0" err="1"/>
              <a:t>히스토리</a:t>
            </a:r>
            <a:r>
              <a:rPr lang="ko-KR" altLang="en-US" sz="1000" dirty="0"/>
              <a:t> 강화-변화관리 )</a:t>
            </a:r>
          </a:p>
          <a:p>
            <a:r>
              <a:rPr lang="ko-KR" altLang="en-US" sz="1000" dirty="0"/>
              <a:t>                                  업무 </a:t>
            </a:r>
            <a:r>
              <a:rPr lang="ko-KR" altLang="en-US" sz="1000" dirty="0"/>
              <a:t>기능별 분리 및 권한 관리 ( 업무, 기능 별 관리항목 TAB 분리, TAB에 대한 부서 권한 관리 ) </a:t>
            </a:r>
            <a:endParaRPr lang="en-US" altLang="ko-KR" sz="1000" dirty="0"/>
          </a:p>
          <a:p>
            <a:endParaRPr lang="ko-KR" altLang="en-US" sz="1000" dirty="0"/>
          </a:p>
          <a:p>
            <a:r>
              <a:rPr lang="ko-KR" altLang="en-US" sz="1000" dirty="0"/>
              <a:t>  매장 정보 관리 외 : 데이터 추출을 위한 항목 확인 및 관리 효율화 ( DW 데이터 활용 항목 관리 강화 )</a:t>
            </a:r>
          </a:p>
          <a:p>
            <a:r>
              <a:rPr lang="ko-KR" altLang="en-US" sz="1200" dirty="0"/>
              <a:t>  </a:t>
            </a:r>
          </a:p>
          <a:p>
            <a:r>
              <a:rPr lang="ko-KR" altLang="en-US" sz="1200" b="1" dirty="0"/>
              <a:t>- 정보의 일관성 유지, 변화 관리 강화</a:t>
            </a:r>
          </a:p>
          <a:p>
            <a:endParaRPr lang="ko-KR" altLang="en-US" sz="1200" dirty="0"/>
          </a:p>
          <a:p>
            <a:r>
              <a:rPr lang="ko-KR" altLang="en-US" sz="1000" dirty="0"/>
              <a:t>  작업지시서 : 협업 부서 업무간 정보의 일관성 보장, 세부 </a:t>
            </a:r>
            <a:r>
              <a:rPr lang="ko-KR" altLang="en-US" sz="1000" dirty="0" err="1"/>
              <a:t>히스토리</a:t>
            </a:r>
            <a:r>
              <a:rPr lang="ko-KR" altLang="en-US" sz="1000" dirty="0"/>
              <a:t> 관리를 통한 변화관리 강화 -&gt; PLM (CENTRIC PLM</a:t>
            </a:r>
            <a:r>
              <a:rPr lang="ko-KR" altLang="en-US" sz="1000" dirty="0"/>
              <a:t>) 전사 확산 검토</a:t>
            </a:r>
            <a:endParaRPr lang="ko-KR" altLang="en-US" sz="1000" dirty="0"/>
          </a:p>
          <a:p>
            <a:r>
              <a:rPr lang="ko-KR" altLang="en-US" sz="1000" dirty="0"/>
              <a:t>                           분석을 </a:t>
            </a:r>
            <a:r>
              <a:rPr lang="ko-KR" altLang="en-US" sz="1000" dirty="0"/>
              <a:t>위한 DATA 관리 강화 ( DW 활용 데이터 항목 확인 및 세분화 </a:t>
            </a:r>
            <a:r>
              <a:rPr lang="ko-KR" altLang="en-US" sz="1000" dirty="0"/>
              <a:t>)</a:t>
            </a:r>
            <a:endParaRPr lang="en-US" altLang="ko-KR" sz="1000" dirty="0"/>
          </a:p>
          <a:p>
            <a:endParaRPr lang="ko-KR" altLang="en-US" sz="1000" dirty="0"/>
          </a:p>
          <a:p>
            <a:r>
              <a:rPr lang="ko-KR" altLang="en-US" sz="1000" dirty="0"/>
              <a:t>   </a:t>
            </a:r>
            <a:r>
              <a:rPr lang="ko-KR" altLang="en-US" sz="1000" dirty="0"/>
              <a:t>TAG / LABEL </a:t>
            </a:r>
            <a:r>
              <a:rPr lang="ko-KR" altLang="en-US" sz="1000" dirty="0"/>
              <a:t>자동 발행 </a:t>
            </a:r>
            <a:r>
              <a:rPr lang="ko-KR" altLang="en-US" sz="1000" dirty="0"/>
              <a:t>: 수기 업무 전산화를 통한 휴먼에러 제거, 중복 업무 효율화</a:t>
            </a:r>
          </a:p>
          <a:p>
            <a:r>
              <a:rPr lang="ko-KR" altLang="en-US" sz="1200" dirty="0"/>
              <a:t>  </a:t>
            </a:r>
          </a:p>
          <a:p>
            <a:r>
              <a:rPr lang="ko-KR" altLang="en-US" sz="1200" b="1" dirty="0"/>
              <a:t>- 프로세스 개선을 통한 재고 가시성 확보</a:t>
            </a:r>
          </a:p>
          <a:p>
            <a:endParaRPr lang="ko-KR" altLang="en-US" sz="1200" dirty="0"/>
          </a:p>
          <a:p>
            <a:r>
              <a:rPr lang="ko-KR" altLang="en-US" sz="1000" dirty="0"/>
              <a:t>  관리 단위 일원화 </a:t>
            </a:r>
            <a:r>
              <a:rPr lang="ko-KR" altLang="en-US" sz="1000" dirty="0"/>
              <a:t>: 물류센터(창고) 관리 단위 일원화 ( FONE - WMS 간 물류센터 관리 단위 일원화 </a:t>
            </a:r>
            <a:r>
              <a:rPr lang="ko-KR" altLang="en-US" sz="1000" dirty="0"/>
              <a:t>)</a:t>
            </a:r>
            <a:endParaRPr lang="en-US" altLang="ko-KR" sz="1000" dirty="0"/>
          </a:p>
          <a:p>
            <a:r>
              <a:rPr lang="ko-KR" altLang="en-US" sz="1000" dirty="0"/>
              <a:t>  온라인 </a:t>
            </a:r>
            <a:r>
              <a:rPr lang="ko-KR" altLang="en-US" sz="1000" dirty="0"/>
              <a:t>창고 수불 체계 프로세스 </a:t>
            </a:r>
            <a:r>
              <a:rPr lang="ko-KR" altLang="en-US" sz="1000" dirty="0"/>
              <a:t>보완</a:t>
            </a:r>
            <a:r>
              <a:rPr lang="en-US" altLang="ko-KR" sz="1000" dirty="0"/>
              <a:t>/</a:t>
            </a:r>
            <a:r>
              <a:rPr lang="ko-KR" altLang="en-US" sz="1000" dirty="0"/>
              <a:t>개선 </a:t>
            </a:r>
            <a:r>
              <a:rPr lang="en-US" altLang="ko-KR" sz="1000" dirty="0"/>
              <a:t>( </a:t>
            </a:r>
            <a:r>
              <a:rPr lang="ko-KR" altLang="en-US" sz="1000" dirty="0"/>
              <a:t>창고 간 이동 수불 전체 적용 外 </a:t>
            </a:r>
            <a:r>
              <a:rPr lang="en-US" altLang="ko-KR" sz="1000" dirty="0"/>
              <a:t>)</a:t>
            </a:r>
          </a:p>
          <a:p>
            <a:endParaRPr lang="ko-KR" altLang="en-US" sz="1000" dirty="0"/>
          </a:p>
          <a:p>
            <a:r>
              <a:rPr lang="ko-KR" altLang="en-US" sz="1000" dirty="0">
                <a:latin typeface="+mn-ea"/>
              </a:rPr>
              <a:t>  -&gt; </a:t>
            </a:r>
            <a:r>
              <a:rPr lang="en-US" altLang="ko-KR" sz="1000" dirty="0">
                <a:latin typeface="+mn-ea"/>
                <a:cs typeface="Times New Roman" panose="02020603050405020304" pitchFamily="18" charset="0"/>
              </a:rPr>
              <a:t>WMS / FA - ONE </a:t>
            </a:r>
            <a:r>
              <a:rPr lang="ko-KR" altLang="en-US" sz="1000" dirty="0">
                <a:latin typeface="+mn-ea"/>
                <a:cs typeface="Times New Roman" panose="02020603050405020304" pitchFamily="18" charset="0"/>
              </a:rPr>
              <a:t>창고 수불 정합성 일치 </a:t>
            </a:r>
            <a:endParaRPr lang="ko-KR" altLang="en-US" sz="1000" dirty="0"/>
          </a:p>
          <a:p>
            <a:r>
              <a:rPr lang="ko-KR" altLang="en-US" sz="1000" dirty="0"/>
              <a:t>    -&gt; </a:t>
            </a:r>
            <a:r>
              <a:rPr lang="ko-KR" altLang="en-US" sz="1000" dirty="0"/>
              <a:t>불필요한 </a:t>
            </a:r>
            <a:r>
              <a:rPr lang="ko-KR" altLang="en-US" sz="1000" dirty="0"/>
              <a:t>수불 </a:t>
            </a:r>
            <a:r>
              <a:rPr lang="ko-KR" altLang="en-US" sz="1000" dirty="0"/>
              <a:t>프로세스 </a:t>
            </a:r>
            <a:r>
              <a:rPr lang="ko-KR" altLang="en-US" sz="1000" dirty="0"/>
              <a:t>제거 </a:t>
            </a:r>
            <a:r>
              <a:rPr lang="en-US" altLang="ko-KR" sz="1000" dirty="0"/>
              <a:t>( </a:t>
            </a:r>
            <a:r>
              <a:rPr lang="ko-KR" altLang="en-US" sz="1000" dirty="0"/>
              <a:t>센터매장코드 </a:t>
            </a:r>
            <a:r>
              <a:rPr lang="en-US" altLang="ko-KR" sz="1000" dirty="0"/>
              <a:t>-&gt; </a:t>
            </a:r>
            <a:r>
              <a:rPr lang="ko-KR" altLang="en-US" sz="1000" dirty="0"/>
              <a:t>창고 변경을 통한 불 필요 수불 </a:t>
            </a:r>
            <a:r>
              <a:rPr lang="en-US" altLang="ko-KR" sz="1000" dirty="0"/>
              <a:t>X</a:t>
            </a:r>
            <a:r>
              <a:rPr lang="ko-KR" altLang="en-US" sz="1000" dirty="0"/>
              <a:t> </a:t>
            </a:r>
            <a:r>
              <a:rPr lang="en-US" altLang="ko-KR" sz="1000" dirty="0"/>
              <a:t>) </a:t>
            </a:r>
            <a:endParaRPr lang="ko-KR" altLang="en-US" sz="1000" dirty="0"/>
          </a:p>
          <a:p>
            <a:r>
              <a:rPr lang="ko-KR" altLang="en-US" sz="1200" dirty="0"/>
              <a:t>			  </a:t>
            </a:r>
          </a:p>
          <a:p>
            <a:r>
              <a:rPr lang="ko-KR" altLang="en-US" sz="1050" b="1" dirty="0"/>
              <a:t>  * 온라인 창고 매장 -&gt; 창고 변경 : '26 7월 적용 예정, 이후 변화 관리 및 추가 개선 사항 </a:t>
            </a:r>
          </a:p>
        </p:txBody>
      </p:sp>
    </p:spTree>
    <p:extLst>
      <p:ext uri="{BB962C8B-B14F-4D97-AF65-F5344CB8AC3E}">
        <p14:creationId xmlns:p14="http://schemas.microsoft.com/office/powerpoint/2010/main" val="187300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와이드스크린</PresentationFormat>
  <Paragraphs>32</Paragraphs>
  <Slides>1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2026-03-27T06:41:42Z</dcterms:created>
  <dcterms:modified xsi:type="dcterms:W3CDTF">2026-03-27T06:42:08Z</dcterms:modified>
</cp:coreProperties>
</file>