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52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41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4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93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44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84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9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8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5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72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95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E9A4D-221E-46E2-BCD9-FEDEC207B398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24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31">
            <a:extLst>
              <a:ext uri="{FF2B5EF4-FFF2-40B4-BE49-F238E27FC236}">
                <a16:creationId xmlns:a16="http://schemas.microsoft.com/office/drawing/2014/main" xmlns="" id="{C255EF76-777E-AA31-5D71-4AA0EF4D0A44}"/>
              </a:ext>
            </a:extLst>
          </p:cNvPr>
          <p:cNvSpPr/>
          <p:nvPr/>
        </p:nvSpPr>
        <p:spPr>
          <a:xfrm>
            <a:off x="321078" y="488880"/>
            <a:ext cx="11528699" cy="1279559"/>
          </a:xfrm>
          <a:prstGeom prst="rect">
            <a:avLst/>
          </a:prstGeom>
          <a:solidFill>
            <a:srgbClr val="FFFF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>
              <a:defRPr/>
            </a:pPr>
            <a:endParaRPr lang="en-US" sz="1000" dirty="0">
              <a:solidFill>
                <a:srgbClr val="1E8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31">
            <a:extLst>
              <a:ext uri="{FF2B5EF4-FFF2-40B4-BE49-F238E27FC236}">
                <a16:creationId xmlns:a16="http://schemas.microsoft.com/office/drawing/2014/main" xmlns="" id="{44A9AC3D-B79E-0F43-BC22-6EB37E142298}"/>
              </a:ext>
            </a:extLst>
          </p:cNvPr>
          <p:cNvSpPr/>
          <p:nvPr/>
        </p:nvSpPr>
        <p:spPr>
          <a:xfrm>
            <a:off x="369436" y="5386632"/>
            <a:ext cx="2188814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Rectangle 31">
            <a:extLst>
              <a:ext uri="{FF2B5EF4-FFF2-40B4-BE49-F238E27FC236}">
                <a16:creationId xmlns:a16="http://schemas.microsoft.com/office/drawing/2014/main" xmlns="" id="{44A9AC3D-B79E-0F43-BC22-6EB37E142298}"/>
              </a:ext>
            </a:extLst>
          </p:cNvPr>
          <p:cNvSpPr/>
          <p:nvPr/>
        </p:nvSpPr>
        <p:spPr>
          <a:xfrm>
            <a:off x="2780460" y="5392589"/>
            <a:ext cx="4294193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2615383" y="658356"/>
            <a:ext cx="1785268" cy="734822"/>
            <a:chOff x="3025913" y="944350"/>
            <a:chExt cx="1862519" cy="7348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FF8D908C-BBBA-419A-9CE3-E6ECDAB84CE8}"/>
                </a:ext>
              </a:extLst>
            </p:cNvPr>
            <p:cNvSpPr/>
            <p:nvPr/>
          </p:nvSpPr>
          <p:spPr>
            <a:xfrm>
              <a:off x="3025913" y="944350"/>
              <a:ext cx="1862519" cy="734822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webtob1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A266FAA1-6510-4056-8D10-B04BC7BB2DEE}"/>
                </a:ext>
              </a:extLst>
            </p:cNvPr>
            <p:cNvSpPr/>
            <p:nvPr/>
          </p:nvSpPr>
          <p:spPr>
            <a:xfrm>
              <a:off x="3160824" y="1428136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08985BBF-1D14-4766-810C-E0CF07386B94}"/>
                </a:ext>
              </a:extLst>
            </p:cNvPr>
            <p:cNvSpPr/>
            <p:nvPr/>
          </p:nvSpPr>
          <p:spPr>
            <a:xfrm>
              <a:off x="3174445" y="120936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864861" y="654697"/>
            <a:ext cx="1897417" cy="742139"/>
            <a:chOff x="4990327" y="944349"/>
            <a:chExt cx="1862519" cy="74213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xmlns="" id="{17960BA0-82CA-4DB9-85AD-66085D44780B}"/>
                </a:ext>
              </a:extLst>
            </p:cNvPr>
            <p:cNvSpPr/>
            <p:nvPr/>
          </p:nvSpPr>
          <p:spPr>
            <a:xfrm>
              <a:off x="4990327" y="944349"/>
              <a:ext cx="1862519" cy="742139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webtob2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xmlns="" id="{12185786-87BA-4538-B18E-D7CE811C158F}"/>
                </a:ext>
              </a:extLst>
            </p:cNvPr>
            <p:cNvSpPr/>
            <p:nvPr/>
          </p:nvSpPr>
          <p:spPr>
            <a:xfrm>
              <a:off x="5114145" y="143909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6D52370B-929E-4E65-90F2-0CCAF3DE42B5}"/>
                </a:ext>
              </a:extLst>
            </p:cNvPr>
            <p:cNvSpPr/>
            <p:nvPr/>
          </p:nvSpPr>
          <p:spPr>
            <a:xfrm>
              <a:off x="5114145" y="119968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61574D7F-E733-47DC-8C0C-770D0D791960}"/>
              </a:ext>
            </a:extLst>
          </p:cNvPr>
          <p:cNvSpPr/>
          <p:nvPr/>
        </p:nvSpPr>
        <p:spPr>
          <a:xfrm>
            <a:off x="3615426" y="66423"/>
            <a:ext cx="4393091" cy="2798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L4 Switch (Active-Standby</a:t>
            </a:r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– Load Balancing(round robin)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FE75EC43-7CB2-47A0-8FFD-A61C839FDB27}"/>
              </a:ext>
            </a:extLst>
          </p:cNvPr>
          <p:cNvSpPr/>
          <p:nvPr/>
        </p:nvSpPr>
        <p:spPr>
          <a:xfrm>
            <a:off x="4816990" y="4912178"/>
            <a:ext cx="2010637" cy="294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Backbone Switch (A-S)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4066082" y="5441601"/>
            <a:ext cx="1687324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150.149.53.10(SCAN IP</a:t>
            </a:r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5BDB0259-206B-4BA7-BF30-20F5F5F19664}"/>
              </a:ext>
            </a:extLst>
          </p:cNvPr>
          <p:cNvSpPr/>
          <p:nvPr/>
        </p:nvSpPr>
        <p:spPr>
          <a:xfrm>
            <a:off x="2950450" y="5771176"/>
            <a:ext cx="1818752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150.149.53.12 (REAL IP)</a:t>
            </a:r>
            <a:b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150.149.53.14 (VIP)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6436F24E-3DDA-471A-BCF8-895A378F18C4}"/>
              </a:ext>
            </a:extLst>
          </p:cNvPr>
          <p:cNvSpPr/>
          <p:nvPr/>
        </p:nvSpPr>
        <p:spPr>
          <a:xfrm>
            <a:off x="3048737" y="6424579"/>
            <a:ext cx="159465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D3D01792-074E-4782-B9CD-6453B2AC6EC8}"/>
              </a:ext>
            </a:extLst>
          </p:cNvPr>
          <p:cNvSpPr/>
          <p:nvPr/>
        </p:nvSpPr>
        <p:spPr>
          <a:xfrm>
            <a:off x="3048737" y="6154201"/>
            <a:ext cx="159465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3" name="연결선: 꺾임 65">
            <a:extLst>
              <a:ext uri="{FF2B5EF4-FFF2-40B4-BE49-F238E27FC236}">
                <a16:creationId xmlns:a16="http://schemas.microsoft.com/office/drawing/2014/main" xmlns="" id="{1EFE2F4E-88B3-4117-A03F-B7C03B945E94}"/>
              </a:ext>
            </a:extLst>
          </p:cNvPr>
          <p:cNvCxnSpPr>
            <a:cxnSpLocks/>
            <a:stCxn id="26" idx="1"/>
            <a:endCxn id="27" idx="0"/>
          </p:cNvCxnSpPr>
          <p:nvPr/>
        </p:nvCxnSpPr>
        <p:spPr>
          <a:xfrm rot="10800000" flipV="1">
            <a:off x="3859826" y="5557016"/>
            <a:ext cx="206256" cy="21415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7">
            <a:extLst>
              <a:ext uri="{FF2B5EF4-FFF2-40B4-BE49-F238E27FC236}">
                <a16:creationId xmlns:a16="http://schemas.microsoft.com/office/drawing/2014/main" xmlns="" id="{0A1EE1F7-8A80-4D65-90BD-667576FDB40D}"/>
              </a:ext>
            </a:extLst>
          </p:cNvPr>
          <p:cNvSpPr txBox="1"/>
          <p:nvPr/>
        </p:nvSpPr>
        <p:spPr>
          <a:xfrm>
            <a:off x="2766004" y="5393439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/>
              <a:t>FONE DB</a:t>
            </a:r>
            <a:endParaRPr lang="ko-KR" altLang="en-US" sz="12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2" idx="2"/>
            <a:endCxn id="97" idx="0"/>
          </p:cNvCxnSpPr>
          <p:nvPr/>
        </p:nvCxnSpPr>
        <p:spPr>
          <a:xfrm>
            <a:off x="5813570" y="1396836"/>
            <a:ext cx="6171" cy="541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xmlns="" id="{5BDB0259-206B-4BA7-BF30-20F5F5F19664}"/>
              </a:ext>
            </a:extLst>
          </p:cNvPr>
          <p:cNvSpPr/>
          <p:nvPr/>
        </p:nvSpPr>
        <p:spPr>
          <a:xfrm>
            <a:off x="5035813" y="5771176"/>
            <a:ext cx="1859890" cy="956685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150.149.53.13 </a:t>
            </a: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(REAL IP)</a:t>
            </a:r>
          </a:p>
          <a:p>
            <a:pPr algn="ctr" defTabSz="844083">
              <a:defRPr/>
            </a:pP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150.149.53.15 (VIP)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xmlns="" id="{6436F24E-3DDA-471A-BCF8-895A378F18C4}"/>
              </a:ext>
            </a:extLst>
          </p:cNvPr>
          <p:cNvSpPr/>
          <p:nvPr/>
        </p:nvSpPr>
        <p:spPr>
          <a:xfrm>
            <a:off x="5155884" y="6422839"/>
            <a:ext cx="1683849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xmlns="" id="{D3D01792-074E-4782-B9CD-6453B2AC6EC8}"/>
              </a:ext>
            </a:extLst>
          </p:cNvPr>
          <p:cNvSpPr/>
          <p:nvPr/>
        </p:nvSpPr>
        <p:spPr>
          <a:xfrm>
            <a:off x="5155884" y="6152461"/>
            <a:ext cx="1683849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03" name="연결선: 꺾임 68">
            <a:extLst>
              <a:ext uri="{FF2B5EF4-FFF2-40B4-BE49-F238E27FC236}">
                <a16:creationId xmlns:a16="http://schemas.microsoft.com/office/drawing/2014/main" xmlns="" id="{971DF6B1-F43E-4155-8853-4528E5EFEAE6}"/>
              </a:ext>
            </a:extLst>
          </p:cNvPr>
          <p:cNvCxnSpPr>
            <a:cxnSpLocks/>
            <a:stCxn id="26" idx="3"/>
            <a:endCxn id="93" idx="0"/>
          </p:cNvCxnSpPr>
          <p:nvPr/>
        </p:nvCxnSpPr>
        <p:spPr>
          <a:xfrm>
            <a:off x="5753406" y="5557017"/>
            <a:ext cx="212352" cy="21415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97" idx="2"/>
            <a:endCxn id="23" idx="0"/>
          </p:cNvCxnSpPr>
          <p:nvPr/>
        </p:nvCxnSpPr>
        <p:spPr>
          <a:xfrm>
            <a:off x="5819741" y="4682347"/>
            <a:ext cx="2568" cy="2298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49" idx="2"/>
            <a:endCxn id="23" idx="0"/>
          </p:cNvCxnSpPr>
          <p:nvPr/>
        </p:nvCxnSpPr>
        <p:spPr>
          <a:xfrm>
            <a:off x="3508977" y="4679904"/>
            <a:ext cx="2313332" cy="232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53" idx="2"/>
            <a:endCxn id="111" idx="0"/>
          </p:cNvCxnSpPr>
          <p:nvPr/>
        </p:nvCxnSpPr>
        <p:spPr>
          <a:xfrm>
            <a:off x="8153564" y="1382962"/>
            <a:ext cx="2886" cy="558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9927057" y="41000"/>
            <a:ext cx="2162225" cy="41549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221.149.41.53 (Public IP)</a:t>
            </a:r>
          </a:p>
          <a:p>
            <a:pPr algn="ctr"/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150.149.20.50 (Private IP)</a:t>
            </a:r>
            <a:b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NAT (Network Address Translation)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11" idx="2"/>
            <a:endCxn id="23" idx="0"/>
          </p:cNvCxnSpPr>
          <p:nvPr/>
        </p:nvCxnSpPr>
        <p:spPr>
          <a:xfrm flipH="1">
            <a:off x="5822309" y="4685886"/>
            <a:ext cx="2334141" cy="226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5" name="그룹 144"/>
          <p:cNvGrpSpPr/>
          <p:nvPr/>
        </p:nvGrpSpPr>
        <p:grpSpPr>
          <a:xfrm>
            <a:off x="7204855" y="640823"/>
            <a:ext cx="1897417" cy="742139"/>
            <a:chOff x="4990327" y="944349"/>
            <a:chExt cx="1862519" cy="742139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xmlns="" id="{17960BA0-82CA-4DB9-85AD-66085D44780B}"/>
                </a:ext>
              </a:extLst>
            </p:cNvPr>
            <p:cNvSpPr/>
            <p:nvPr/>
          </p:nvSpPr>
          <p:spPr>
            <a:xfrm>
              <a:off x="4990327" y="944349"/>
              <a:ext cx="1862519" cy="742139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webtob3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xmlns="" id="{12185786-87BA-4538-B18E-D7CE811C158F}"/>
                </a:ext>
              </a:extLst>
            </p:cNvPr>
            <p:cNvSpPr/>
            <p:nvPr/>
          </p:nvSpPr>
          <p:spPr>
            <a:xfrm>
              <a:off x="5114145" y="143909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xmlns="" id="{6D52370B-929E-4E65-90F2-0CCAF3DE42B5}"/>
                </a:ext>
              </a:extLst>
            </p:cNvPr>
            <p:cNvSpPr/>
            <p:nvPr/>
          </p:nvSpPr>
          <p:spPr>
            <a:xfrm>
              <a:off x="5114145" y="119968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3508017" y="362404"/>
            <a:ext cx="2305225" cy="2959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813242" y="362404"/>
            <a:ext cx="328" cy="292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5813242" y="362404"/>
            <a:ext cx="2340322" cy="278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5" idx="2"/>
            <a:endCxn id="49" idx="0"/>
          </p:cNvCxnSpPr>
          <p:nvPr/>
        </p:nvCxnSpPr>
        <p:spPr>
          <a:xfrm>
            <a:off x="3508017" y="1393178"/>
            <a:ext cx="960" cy="5489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5" idx="2"/>
            <a:endCxn id="97" idx="0"/>
          </p:cNvCxnSpPr>
          <p:nvPr/>
        </p:nvCxnSpPr>
        <p:spPr>
          <a:xfrm>
            <a:off x="3508017" y="1393178"/>
            <a:ext cx="2311724" cy="544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5" idx="2"/>
            <a:endCxn id="111" idx="0"/>
          </p:cNvCxnSpPr>
          <p:nvPr/>
        </p:nvCxnSpPr>
        <p:spPr>
          <a:xfrm>
            <a:off x="3508017" y="1393178"/>
            <a:ext cx="4648433" cy="548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2" idx="2"/>
            <a:endCxn id="49" idx="0"/>
          </p:cNvCxnSpPr>
          <p:nvPr/>
        </p:nvCxnSpPr>
        <p:spPr>
          <a:xfrm flipH="1">
            <a:off x="3508977" y="1396836"/>
            <a:ext cx="2304593" cy="545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2" idx="2"/>
            <a:endCxn id="111" idx="0"/>
          </p:cNvCxnSpPr>
          <p:nvPr/>
        </p:nvCxnSpPr>
        <p:spPr>
          <a:xfrm>
            <a:off x="5813570" y="1396836"/>
            <a:ext cx="2342880" cy="544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53" idx="2"/>
            <a:endCxn id="49" idx="0"/>
          </p:cNvCxnSpPr>
          <p:nvPr/>
        </p:nvCxnSpPr>
        <p:spPr>
          <a:xfrm flipH="1">
            <a:off x="3508977" y="1382962"/>
            <a:ext cx="4644587" cy="559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xmlns="" id="{3F53B6EE-DF8E-4FD8-8B62-A6EF10C0425C}"/>
              </a:ext>
            </a:extLst>
          </p:cNvPr>
          <p:cNvCxnSpPr>
            <a:cxnSpLocks/>
            <a:stCxn id="153" idx="2"/>
            <a:endCxn id="97" idx="0"/>
          </p:cNvCxnSpPr>
          <p:nvPr/>
        </p:nvCxnSpPr>
        <p:spPr>
          <a:xfrm flipH="1">
            <a:off x="5819741" y="1382962"/>
            <a:ext cx="2333823" cy="555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그룹 16"/>
          <p:cNvGrpSpPr/>
          <p:nvPr/>
        </p:nvGrpSpPr>
        <p:grpSpPr>
          <a:xfrm>
            <a:off x="2615383" y="1942111"/>
            <a:ext cx="1787188" cy="2737793"/>
            <a:chOff x="3007628" y="2045536"/>
            <a:chExt cx="1787188" cy="273779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xmlns="" id="{FF8D908C-BBBA-419A-9CE3-E6ECDAB84CE8}"/>
                </a:ext>
              </a:extLst>
            </p:cNvPr>
            <p:cNvSpPr/>
            <p:nvPr/>
          </p:nvSpPr>
          <p:spPr>
            <a:xfrm>
              <a:off x="3007628" y="2045536"/>
              <a:ext cx="1787188" cy="2737793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JEUS1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A266FAA1-6510-4056-8D10-B04BC7BB2DEE}"/>
                </a:ext>
              </a:extLst>
            </p:cNvPr>
            <p:cNvSpPr/>
            <p:nvPr/>
          </p:nvSpPr>
          <p:spPr>
            <a:xfrm>
              <a:off x="3136943" y="4536214"/>
              <a:ext cx="1549567" cy="18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xmlns="" id="{8EC422AE-33AC-4599-A1DC-9DC7034E80DF}"/>
                </a:ext>
              </a:extLst>
            </p:cNvPr>
            <p:cNvSpPr/>
            <p:nvPr/>
          </p:nvSpPr>
          <p:spPr>
            <a:xfrm>
              <a:off x="3137071" y="4313404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1.6.0_45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xmlns="" id="{8847C5FC-6B5E-465C-B39B-5C29D04A46DF}"/>
                </a:ext>
              </a:extLst>
            </p:cNvPr>
            <p:cNvSpPr/>
            <p:nvPr/>
          </p:nvSpPr>
          <p:spPr>
            <a:xfrm>
              <a:off x="3136943" y="4091345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7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6" y="2732587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FONE_1_3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5278" y="2972585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FONE_1_4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7287" y="320417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8382" y="3652494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AONE_1_2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8382" y="3873932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FONE_ADM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3428668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AONE_1_1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6" y="2278390"/>
              <a:ext cx="1549567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FONE_1_1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51646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4926147" y="1938133"/>
            <a:ext cx="1787188" cy="2744214"/>
            <a:chOff x="3007628" y="2045536"/>
            <a:chExt cx="1787188" cy="2737793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xmlns="" id="{FF8D908C-BBBA-419A-9CE3-E6ECDAB84CE8}"/>
                </a:ext>
              </a:extLst>
            </p:cNvPr>
            <p:cNvSpPr/>
            <p:nvPr/>
          </p:nvSpPr>
          <p:spPr>
            <a:xfrm>
              <a:off x="3007628" y="2045536"/>
              <a:ext cx="1787188" cy="2737793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JEUS2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xmlns="" id="{A266FAA1-6510-4056-8D10-B04BC7BB2DEE}"/>
                </a:ext>
              </a:extLst>
            </p:cNvPr>
            <p:cNvSpPr/>
            <p:nvPr/>
          </p:nvSpPr>
          <p:spPr>
            <a:xfrm>
              <a:off x="3136943" y="4536214"/>
              <a:ext cx="1549567" cy="18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xmlns="" id="{8EC422AE-33AC-4599-A1DC-9DC7034E80DF}"/>
                </a:ext>
              </a:extLst>
            </p:cNvPr>
            <p:cNvSpPr/>
            <p:nvPr/>
          </p:nvSpPr>
          <p:spPr>
            <a:xfrm>
              <a:off x="3137071" y="4313404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1.6.0_45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xmlns="" id="{8847C5FC-6B5E-465C-B39B-5C29D04A46DF}"/>
                </a:ext>
              </a:extLst>
            </p:cNvPr>
            <p:cNvSpPr/>
            <p:nvPr/>
          </p:nvSpPr>
          <p:spPr>
            <a:xfrm>
              <a:off x="3136943" y="4091345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7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730011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FONE_2_3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973539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FONE_2_4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5653" y="320769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8382" y="364701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AONE_2_2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8382" y="3873894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F/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</a:t>
              </a:r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ONE_REXPERT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795" y="3423162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AONE_2_1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5" y="2282830"/>
              <a:ext cx="1549567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FONE_2_1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51338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7262856" y="1941672"/>
            <a:ext cx="1787188" cy="2744214"/>
            <a:chOff x="3007628" y="2045536"/>
            <a:chExt cx="1787188" cy="2737793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xmlns="" id="{FF8D908C-BBBA-419A-9CE3-E6ECDAB84CE8}"/>
                </a:ext>
              </a:extLst>
            </p:cNvPr>
            <p:cNvSpPr/>
            <p:nvPr/>
          </p:nvSpPr>
          <p:spPr>
            <a:xfrm>
              <a:off x="3007628" y="2045536"/>
              <a:ext cx="1787188" cy="2737793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JEUS3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xmlns="" id="{A266FAA1-6510-4056-8D10-B04BC7BB2DEE}"/>
                </a:ext>
              </a:extLst>
            </p:cNvPr>
            <p:cNvSpPr/>
            <p:nvPr/>
          </p:nvSpPr>
          <p:spPr>
            <a:xfrm>
              <a:off x="3136943" y="4536214"/>
              <a:ext cx="1549567" cy="18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xmlns="" id="{8EC422AE-33AC-4599-A1DC-9DC7034E80DF}"/>
                </a:ext>
              </a:extLst>
            </p:cNvPr>
            <p:cNvSpPr/>
            <p:nvPr/>
          </p:nvSpPr>
          <p:spPr>
            <a:xfrm>
              <a:off x="3137071" y="4313404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1.6.0_45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xmlns="" id="{8847C5FC-6B5E-465C-B39B-5C29D04A46DF}"/>
                </a:ext>
              </a:extLst>
            </p:cNvPr>
            <p:cNvSpPr/>
            <p:nvPr/>
          </p:nvSpPr>
          <p:spPr>
            <a:xfrm>
              <a:off x="3136943" y="4091345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7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728511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FONE_3_3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96787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FONE_3_4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3209188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8382" y="364701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AONE_3_2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8382" y="3873894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</a:t>
              </a:r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ONE_ADM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3428592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AONE_3_1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6" y="2283833"/>
              <a:ext cx="1549567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FONE_3_1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xmlns="" id="{1DB1EF6F-181C-49B7-81BE-F8EBA310CE5F}"/>
                </a:ext>
              </a:extLst>
            </p:cNvPr>
            <p:cNvSpPr/>
            <p:nvPr/>
          </p:nvSpPr>
          <p:spPr>
            <a:xfrm>
              <a:off x="3136114" y="251206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71" name="직사각형 70"/>
          <p:cNvSpPr/>
          <p:nvPr/>
        </p:nvSpPr>
        <p:spPr>
          <a:xfrm>
            <a:off x="2439686" y="3085053"/>
            <a:ext cx="6803570" cy="215665"/>
          </a:xfrm>
          <a:prstGeom prst="rect">
            <a:avLst/>
          </a:prstGeom>
          <a:noFill/>
          <a:ln w="12700" cmpd="sng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1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9243261" y="3082793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Mobile-App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3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9243260" y="2851628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S-ONE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9243259" y="2495970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F/T-POS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2439689" y="2849036"/>
            <a:ext cx="6803570" cy="215665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/>
          <p:cNvSpPr/>
          <p:nvPr/>
        </p:nvSpPr>
        <p:spPr>
          <a:xfrm>
            <a:off x="2439690" y="2387958"/>
            <a:ext cx="6803570" cy="440726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/>
          <p:cNvSpPr/>
          <p:nvPr/>
        </p:nvSpPr>
        <p:spPr>
          <a:xfrm>
            <a:off x="2433339" y="3523081"/>
            <a:ext cx="6803570" cy="224881"/>
          </a:xfrm>
          <a:prstGeom prst="rect">
            <a:avLst/>
          </a:prstGeom>
          <a:noFill/>
          <a:ln w="12700" cmpd="sng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9243259" y="3523081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</a:t>
            </a:r>
            <a:r>
              <a:rPr lang="en-US" altLang="ko-KR" sz="8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-POS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7" name="TextBox 7">
            <a:extLst>
              <a:ext uri="{FF2B5EF4-FFF2-40B4-BE49-F238E27FC236}">
                <a16:creationId xmlns:a16="http://schemas.microsoft.com/office/drawing/2014/main" xmlns="" id="{0A1EE1F7-8A80-4D65-90BD-667576FDB40D}"/>
              </a:ext>
            </a:extLst>
          </p:cNvPr>
          <p:cNvSpPr txBox="1"/>
          <p:nvPr/>
        </p:nvSpPr>
        <p:spPr>
          <a:xfrm>
            <a:off x="373316" y="5367737"/>
            <a:ext cx="885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/>
              <a:t>AONE DB</a:t>
            </a:r>
            <a:endParaRPr lang="ko-KR" altLang="en-US" sz="1200" b="1" dirty="0"/>
          </a:p>
        </p:txBody>
      </p:sp>
      <p:cxnSp>
        <p:nvCxnSpPr>
          <p:cNvPr id="128" name="연결선: 꺾임 65">
            <a:extLst>
              <a:ext uri="{FF2B5EF4-FFF2-40B4-BE49-F238E27FC236}">
                <a16:creationId xmlns:a16="http://schemas.microsoft.com/office/drawing/2014/main" xmlns="" id="{1EFE2F4E-88B3-4117-A03F-B7C03B945E94}"/>
              </a:ext>
            </a:extLst>
          </p:cNvPr>
          <p:cNvCxnSpPr>
            <a:cxnSpLocks/>
            <a:stCxn id="23" idx="2"/>
            <a:endCxn id="134" idx="0"/>
          </p:cNvCxnSpPr>
          <p:nvPr/>
        </p:nvCxnSpPr>
        <p:spPr>
          <a:xfrm rot="5400000">
            <a:off x="3552924" y="3117247"/>
            <a:ext cx="180304" cy="435846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xmlns="" id="{5BDB0259-206B-4BA7-BF30-20F5F5F19664}"/>
              </a:ext>
            </a:extLst>
          </p:cNvPr>
          <p:cNvSpPr/>
          <p:nvPr/>
        </p:nvSpPr>
        <p:spPr>
          <a:xfrm>
            <a:off x="609209" y="5771176"/>
            <a:ext cx="1729721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150.149.53.3 (REAL IP)</a:t>
            </a:r>
            <a:b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150.149.53.4 (VIP)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xmlns="" id="{6436F24E-3DDA-471A-BCF8-895A378F18C4}"/>
              </a:ext>
            </a:extLst>
          </p:cNvPr>
          <p:cNvSpPr/>
          <p:nvPr/>
        </p:nvSpPr>
        <p:spPr>
          <a:xfrm>
            <a:off x="707497" y="6424579"/>
            <a:ext cx="151659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xmlns="" id="{D3D01792-074E-4782-B9CD-6453B2AC6EC8}"/>
              </a:ext>
            </a:extLst>
          </p:cNvPr>
          <p:cNvSpPr/>
          <p:nvPr/>
        </p:nvSpPr>
        <p:spPr>
          <a:xfrm>
            <a:off x="707497" y="6154201"/>
            <a:ext cx="151659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2" name="Rectangle 31">
            <a:extLst>
              <a:ext uri="{FF2B5EF4-FFF2-40B4-BE49-F238E27FC236}">
                <a16:creationId xmlns:a16="http://schemas.microsoft.com/office/drawing/2014/main" xmlns="" id="{C255EF76-777E-AA31-5D71-4AA0EF4D0A44}"/>
              </a:ext>
            </a:extLst>
          </p:cNvPr>
          <p:cNvSpPr/>
          <p:nvPr/>
        </p:nvSpPr>
        <p:spPr>
          <a:xfrm>
            <a:off x="369435" y="1855920"/>
            <a:ext cx="11480343" cy="2862148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>
              <a:defRPr/>
            </a:pPr>
            <a:endParaRPr lang="en-US" sz="1000" dirty="0">
              <a:solidFill>
                <a:srgbClr val="1E8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ectangle 31">
            <a:extLst>
              <a:ext uri="{FF2B5EF4-FFF2-40B4-BE49-F238E27FC236}">
                <a16:creationId xmlns:a16="http://schemas.microsoft.com/office/drawing/2014/main" xmlns="" id="{44A9AC3D-B79E-0F43-BC22-6EB37E142298}"/>
              </a:ext>
            </a:extLst>
          </p:cNvPr>
          <p:cNvSpPr/>
          <p:nvPr/>
        </p:nvSpPr>
        <p:spPr>
          <a:xfrm>
            <a:off x="7291226" y="5386617"/>
            <a:ext cx="2188814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7">
            <a:extLst>
              <a:ext uri="{FF2B5EF4-FFF2-40B4-BE49-F238E27FC236}">
                <a16:creationId xmlns:a16="http://schemas.microsoft.com/office/drawing/2014/main" xmlns="" id="{0A1EE1F7-8A80-4D65-90BD-667576FDB40D}"/>
              </a:ext>
            </a:extLst>
          </p:cNvPr>
          <p:cNvSpPr txBox="1"/>
          <p:nvPr/>
        </p:nvSpPr>
        <p:spPr>
          <a:xfrm>
            <a:off x="7295106" y="5367722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/>
              <a:t>EDW DB</a:t>
            </a:r>
            <a:endParaRPr lang="ko-KR" altLang="en-US" sz="1200" b="1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xmlns="" id="{5BDB0259-206B-4BA7-BF30-20F5F5F19664}"/>
              </a:ext>
            </a:extLst>
          </p:cNvPr>
          <p:cNvSpPr/>
          <p:nvPr/>
        </p:nvSpPr>
        <p:spPr>
          <a:xfrm>
            <a:off x="7530999" y="5762848"/>
            <a:ext cx="1729721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150.149.53.2 (REAL IP)</a:t>
            </a:r>
            <a:b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 (VIP)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xmlns="" id="{6436F24E-3DDA-471A-BCF8-895A378F18C4}"/>
              </a:ext>
            </a:extLst>
          </p:cNvPr>
          <p:cNvSpPr/>
          <p:nvPr/>
        </p:nvSpPr>
        <p:spPr>
          <a:xfrm>
            <a:off x="7629287" y="6416251"/>
            <a:ext cx="151659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xmlns="" id="{D3D01792-074E-4782-B9CD-6453B2AC6EC8}"/>
              </a:ext>
            </a:extLst>
          </p:cNvPr>
          <p:cNvSpPr/>
          <p:nvPr/>
        </p:nvSpPr>
        <p:spPr>
          <a:xfrm>
            <a:off x="7629287" y="6145873"/>
            <a:ext cx="151659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6" name="Rectangle 31">
            <a:extLst>
              <a:ext uri="{FF2B5EF4-FFF2-40B4-BE49-F238E27FC236}">
                <a16:creationId xmlns:a16="http://schemas.microsoft.com/office/drawing/2014/main" xmlns="" id="{44A9AC3D-B79E-0F43-BC22-6EB37E142298}"/>
              </a:ext>
            </a:extLst>
          </p:cNvPr>
          <p:cNvSpPr/>
          <p:nvPr/>
        </p:nvSpPr>
        <p:spPr>
          <a:xfrm>
            <a:off x="9660965" y="5386617"/>
            <a:ext cx="2188814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TextBox 7">
            <a:extLst>
              <a:ext uri="{FF2B5EF4-FFF2-40B4-BE49-F238E27FC236}">
                <a16:creationId xmlns:a16="http://schemas.microsoft.com/office/drawing/2014/main" xmlns="" id="{0A1EE1F7-8A80-4D65-90BD-667576FDB40D}"/>
              </a:ext>
            </a:extLst>
          </p:cNvPr>
          <p:cNvSpPr txBox="1"/>
          <p:nvPr/>
        </p:nvSpPr>
        <p:spPr>
          <a:xfrm>
            <a:off x="9664845" y="5367722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/>
              <a:t>ESP2 DB</a:t>
            </a:r>
            <a:endParaRPr lang="ko-KR" altLang="en-US" sz="1200" b="1" dirty="0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xmlns="" id="{5BDB0259-206B-4BA7-BF30-20F5F5F19664}"/>
              </a:ext>
            </a:extLst>
          </p:cNvPr>
          <p:cNvSpPr/>
          <p:nvPr/>
        </p:nvSpPr>
        <p:spPr>
          <a:xfrm>
            <a:off x="9900738" y="5762848"/>
            <a:ext cx="1729721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150.149.30.10 (REAL 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xmlns="" id="{6436F24E-3DDA-471A-BCF8-895A378F18C4}"/>
              </a:ext>
            </a:extLst>
          </p:cNvPr>
          <p:cNvSpPr/>
          <p:nvPr/>
        </p:nvSpPr>
        <p:spPr>
          <a:xfrm>
            <a:off x="9999026" y="6416251"/>
            <a:ext cx="151659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Window 2008R2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xmlns="" id="{D3D01792-074E-4782-B9CD-6453B2AC6EC8}"/>
              </a:ext>
            </a:extLst>
          </p:cNvPr>
          <p:cNvSpPr/>
          <p:nvPr/>
        </p:nvSpPr>
        <p:spPr>
          <a:xfrm>
            <a:off x="9999026" y="6145873"/>
            <a:ext cx="151659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MSSQL 2005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73" name="연결선: 꺾임 65">
            <a:extLst>
              <a:ext uri="{FF2B5EF4-FFF2-40B4-BE49-F238E27FC236}">
                <a16:creationId xmlns:a16="http://schemas.microsoft.com/office/drawing/2014/main" xmlns="" id="{1EFE2F4E-88B3-4117-A03F-B7C03B945E94}"/>
              </a:ext>
            </a:extLst>
          </p:cNvPr>
          <p:cNvCxnSpPr>
            <a:cxnSpLocks/>
            <a:stCxn id="23" idx="2"/>
            <a:endCxn id="133" idx="0"/>
          </p:cNvCxnSpPr>
          <p:nvPr/>
        </p:nvCxnSpPr>
        <p:spPr>
          <a:xfrm rot="5400000">
            <a:off x="5281803" y="4852082"/>
            <a:ext cx="186261" cy="89475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연결선: 꺾임 65">
            <a:extLst>
              <a:ext uri="{FF2B5EF4-FFF2-40B4-BE49-F238E27FC236}">
                <a16:creationId xmlns:a16="http://schemas.microsoft.com/office/drawing/2014/main" xmlns="" id="{1EFE2F4E-88B3-4117-A03F-B7C03B945E94}"/>
              </a:ext>
            </a:extLst>
          </p:cNvPr>
          <p:cNvCxnSpPr>
            <a:cxnSpLocks/>
            <a:stCxn id="23" idx="2"/>
            <a:endCxn id="146" idx="0"/>
          </p:cNvCxnSpPr>
          <p:nvPr/>
        </p:nvCxnSpPr>
        <p:spPr>
          <a:xfrm rot="16200000" flipH="1">
            <a:off x="7013827" y="4014810"/>
            <a:ext cx="180289" cy="25633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연결선: 꺾임 65">
            <a:extLst>
              <a:ext uri="{FF2B5EF4-FFF2-40B4-BE49-F238E27FC236}">
                <a16:creationId xmlns:a16="http://schemas.microsoft.com/office/drawing/2014/main" xmlns="" id="{1EFE2F4E-88B3-4117-A03F-B7C03B945E94}"/>
              </a:ext>
            </a:extLst>
          </p:cNvPr>
          <p:cNvCxnSpPr>
            <a:cxnSpLocks/>
            <a:stCxn id="23" idx="2"/>
            <a:endCxn id="166" idx="0"/>
          </p:cNvCxnSpPr>
          <p:nvPr/>
        </p:nvCxnSpPr>
        <p:spPr>
          <a:xfrm rot="16200000" flipH="1">
            <a:off x="8198696" y="2829940"/>
            <a:ext cx="180289" cy="49330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369435" y="1854667"/>
            <a:ext cx="1526322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Jeus</a:t>
            </a:r>
            <a:r>
              <a:rPr lang="en-US" altLang="ko-KR" sz="11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Cluster</a:t>
            </a:r>
            <a:endParaRPr lang="ko-KR" altLang="en-US" sz="11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7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436856" y="630217"/>
            <a:ext cx="2045384" cy="10618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g_5101 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– f-one,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mis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yes,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bp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   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g_5102 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– f-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pos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f-app    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g_5103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– 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t-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pos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g_5104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–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soc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esp2, image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g_5105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–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pdndm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ssm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vfbc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wmps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g_6101 – a-one     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g_6102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– </a:t>
            </a:r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a-</a:t>
            </a:r>
            <a:r>
              <a:rPr lang="en-US" altLang="ko-KR" sz="7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pos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g_rex_ssts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</a:t>
            </a:r>
          </a:p>
          <a:p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g_rex_ation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9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663715" y="2131447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C_F-ONE</a:t>
            </a:r>
          </a:p>
        </p:txBody>
      </p:sp>
      <p:sp>
        <p:nvSpPr>
          <p:cNvPr id="181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287714" y="421619"/>
            <a:ext cx="195947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Webtob</a:t>
            </a:r>
            <a:r>
              <a:rPr lang="en-US" altLang="ko-KR" sz="11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Group</a:t>
            </a:r>
            <a:r>
              <a:rPr lang="ko-KR" altLang="en-US" sz="11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도메인</a:t>
            </a:r>
            <a:endParaRPr lang="ko-KR" altLang="en-US" sz="11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2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311024" y="3080432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C_MOBILE-APP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3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684045" y="2388210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C_F-POS</a:t>
            </a:r>
          </a:p>
        </p:txBody>
      </p:sp>
      <p:sp>
        <p:nvSpPr>
          <p:cNvPr id="184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684044" y="2627374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C_T-POS</a:t>
            </a:r>
          </a:p>
        </p:txBody>
      </p:sp>
      <p:sp>
        <p:nvSpPr>
          <p:cNvPr id="185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677944" y="2853894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C_S-ONE</a:t>
            </a:r>
          </a:p>
        </p:txBody>
      </p:sp>
      <p:sp>
        <p:nvSpPr>
          <p:cNvPr id="186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659673" y="3290748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C_A-ONE</a:t>
            </a:r>
          </a:p>
        </p:txBody>
      </p:sp>
      <p:sp>
        <p:nvSpPr>
          <p:cNvPr id="187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684043" y="3507692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C_A-POS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8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8153563" y="1557582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9900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9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6013863" y="5474704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1521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1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8035597" y="5426198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1521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2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212017" y="5456988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1522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3" name="TextBox 39">
            <a:extLst>
              <a:ext uri="{FF2B5EF4-FFF2-40B4-BE49-F238E27FC236}">
                <a16:creationId xmlns:a16="http://schemas.microsoft.com/office/drawing/2014/main" xmlns="" id="{67C08744-6ABE-40E8-8630-E8C9EA9A7845}"/>
              </a:ext>
            </a:extLst>
          </p:cNvPr>
          <p:cNvSpPr txBox="1"/>
          <p:nvPr/>
        </p:nvSpPr>
        <p:spPr>
          <a:xfrm>
            <a:off x="10395653" y="5415641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1433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19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12096</TotalTime>
  <Words>235</Words>
  <Application>Microsoft Office PowerPoint</Application>
  <PresentationFormat>와이드스크린</PresentationFormat>
  <Paragraphs>97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Microsoft 계정</cp:lastModifiedBy>
  <cp:revision>63</cp:revision>
  <cp:lastPrinted>2024-05-21T02:19:50Z</cp:lastPrinted>
  <dcterms:created xsi:type="dcterms:W3CDTF">2024-02-15T05:42:46Z</dcterms:created>
  <dcterms:modified xsi:type="dcterms:W3CDTF">2025-08-19T05:12:09Z</dcterms:modified>
</cp:coreProperties>
</file>