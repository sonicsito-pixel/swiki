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70" r:id="rId4"/>
  </p:sldMasterIdLst>
  <p:notesMasterIdLst>
    <p:notesMasterId r:id="rId10"/>
  </p:notesMasterIdLst>
  <p:handoutMasterIdLst>
    <p:handoutMasterId r:id="rId11"/>
  </p:handoutMasterIdLst>
  <p:sldIdLst>
    <p:sldId id="1262" r:id="rId5"/>
    <p:sldId id="1330" r:id="rId6"/>
    <p:sldId id="1331" r:id="rId7"/>
    <p:sldId id="1333" r:id="rId8"/>
    <p:sldId id="1332" r:id="rId9"/>
  </p:sldIdLst>
  <p:sldSz cx="9906000" cy="6858000" type="A4"/>
  <p:notesSz cx="6797675" cy="9926638"/>
  <p:embeddedFontLst>
    <p:embeddedFont>
      <p:font typeface="맑은 고딕" panose="020B0503020000020004" pitchFamily="50" charset="-127"/>
      <p:regular r:id="rId12"/>
      <p:bold r:id="rId13"/>
    </p:embeddedFont>
    <p:embeddedFont>
      <p:font typeface="Helvetica" panose="020B0604020202020204" pitchFamily="34" charset="0"/>
      <p:regular r:id="rId14"/>
      <p:bold r:id="rId15"/>
      <p:italic r:id="rId16"/>
      <p:boldItalic r:id="rId17"/>
    </p:embeddedFont>
    <p:embeddedFont>
      <p:font typeface="나눔고딕 ExtraBold" panose="020B0600000101010101" charset="-127"/>
      <p:bold r:id="rId18"/>
    </p:embeddedFont>
    <p:embeddedFont>
      <p:font typeface="JBold" panose="020B0600000101010101" charset="-127"/>
      <p:regular r:id="rId19"/>
    </p:embeddedFont>
    <p:embeddedFont>
      <p:font typeface="나눔고딕" panose="020B0600000101010101" charset="-127"/>
      <p:regular r:id="rId20"/>
      <p:bold r:id="rId21"/>
    </p:embeddedFont>
  </p:embeddedFontLst>
  <p:custDataLst>
    <p:tags r:id="rId22"/>
  </p:custDataLst>
  <p:defaultTextStyle>
    <a:defPPr>
      <a:defRPr lang="en-US"/>
    </a:defPPr>
    <a:lvl1pPr algn="l" rtl="0" fontAlgn="base" latinLnBrk="1">
      <a:spcBef>
        <a:spcPct val="0"/>
      </a:spcBef>
      <a:spcAft>
        <a:spcPct val="0"/>
      </a:spcAft>
      <a:defRPr kumimoji="1" kern="1200">
        <a:solidFill>
          <a:schemeClr val="tx1"/>
        </a:solidFill>
        <a:latin typeface="Arial" charset="0"/>
        <a:ea typeface="굴림" pitchFamily="50" charset="-127"/>
        <a:cs typeface="+mn-cs"/>
      </a:defRPr>
    </a:lvl1pPr>
    <a:lvl2pPr marL="455613" indent="1588" algn="l" rtl="0" fontAlgn="base" latinLnBrk="1">
      <a:spcBef>
        <a:spcPct val="0"/>
      </a:spcBef>
      <a:spcAft>
        <a:spcPct val="0"/>
      </a:spcAft>
      <a:defRPr kumimoji="1" kern="1200">
        <a:solidFill>
          <a:schemeClr val="tx1"/>
        </a:solidFill>
        <a:latin typeface="Arial" charset="0"/>
        <a:ea typeface="굴림" pitchFamily="50" charset="-127"/>
        <a:cs typeface="+mn-cs"/>
      </a:defRPr>
    </a:lvl2pPr>
    <a:lvl3pPr marL="912813" indent="1588" algn="l" rtl="0" fontAlgn="base" latinLnBrk="1">
      <a:spcBef>
        <a:spcPct val="0"/>
      </a:spcBef>
      <a:spcAft>
        <a:spcPct val="0"/>
      </a:spcAft>
      <a:defRPr kumimoji="1" kern="1200">
        <a:solidFill>
          <a:schemeClr val="tx1"/>
        </a:solidFill>
        <a:latin typeface="Arial" charset="0"/>
        <a:ea typeface="굴림" pitchFamily="50" charset="-127"/>
        <a:cs typeface="+mn-cs"/>
      </a:defRPr>
    </a:lvl3pPr>
    <a:lvl4pPr marL="1370013" indent="1588" algn="l" rtl="0" fontAlgn="base" latinLnBrk="1">
      <a:spcBef>
        <a:spcPct val="0"/>
      </a:spcBef>
      <a:spcAft>
        <a:spcPct val="0"/>
      </a:spcAft>
      <a:defRPr kumimoji="1" kern="1200">
        <a:solidFill>
          <a:schemeClr val="tx1"/>
        </a:solidFill>
        <a:latin typeface="Arial" charset="0"/>
        <a:ea typeface="굴림" pitchFamily="50" charset="-127"/>
        <a:cs typeface="+mn-cs"/>
      </a:defRPr>
    </a:lvl4pPr>
    <a:lvl5pPr marL="1827213" indent="1588" algn="l" rtl="0" fontAlgn="base" latinLnBrk="1">
      <a:spcBef>
        <a:spcPct val="0"/>
      </a:spcBef>
      <a:spcAft>
        <a:spcPct val="0"/>
      </a:spcAft>
      <a:defRPr kumimoji="1" kern="1200">
        <a:solidFill>
          <a:schemeClr val="tx1"/>
        </a:solidFill>
        <a:latin typeface="Arial" charset="0"/>
        <a:ea typeface="굴림" pitchFamily="50" charset="-127"/>
        <a:cs typeface="+mn-cs"/>
      </a:defRPr>
    </a:lvl5pPr>
    <a:lvl6pPr marL="2286000" algn="l" defTabSz="914400" rtl="0" eaLnBrk="1" latinLnBrk="1" hangingPunct="1">
      <a:defRPr kumimoji="1" kern="1200">
        <a:solidFill>
          <a:schemeClr val="tx1"/>
        </a:solidFill>
        <a:latin typeface="Arial" charset="0"/>
        <a:ea typeface="굴림" pitchFamily="50" charset="-127"/>
        <a:cs typeface="+mn-cs"/>
      </a:defRPr>
    </a:lvl6pPr>
    <a:lvl7pPr marL="2743200" algn="l" defTabSz="914400" rtl="0" eaLnBrk="1" latinLnBrk="1" hangingPunct="1">
      <a:defRPr kumimoji="1" kern="1200">
        <a:solidFill>
          <a:schemeClr val="tx1"/>
        </a:solidFill>
        <a:latin typeface="Arial" charset="0"/>
        <a:ea typeface="굴림" pitchFamily="50" charset="-127"/>
        <a:cs typeface="+mn-cs"/>
      </a:defRPr>
    </a:lvl7pPr>
    <a:lvl8pPr marL="3200400" algn="l" defTabSz="914400" rtl="0" eaLnBrk="1" latinLnBrk="1" hangingPunct="1">
      <a:defRPr kumimoji="1" kern="1200">
        <a:solidFill>
          <a:schemeClr val="tx1"/>
        </a:solidFill>
        <a:latin typeface="Arial" charset="0"/>
        <a:ea typeface="굴림" pitchFamily="50" charset="-127"/>
        <a:cs typeface="+mn-cs"/>
      </a:defRPr>
    </a:lvl8pPr>
    <a:lvl9pPr marL="3657600" algn="l" defTabSz="914400" rtl="0" eaLnBrk="1" latinLnBrk="1" hangingPunct="1">
      <a:defRPr kumimoji="1" kern="1200">
        <a:solidFill>
          <a:schemeClr val="tx1"/>
        </a:solidFill>
        <a:latin typeface="Arial" charset="0"/>
        <a:ea typeface="굴림" pitchFamily="50" charset="-127"/>
        <a:cs typeface="+mn-cs"/>
      </a:defRPr>
    </a:lvl9pPr>
  </p:defaultTextStyle>
  <p:extLst>
    <p:ext uri="{EFAFB233-063F-42B5-8137-9DF3F51BA10A}">
      <p15:sldGuideLst xmlns:p15="http://schemas.microsoft.com/office/powerpoint/2012/main">
        <p15:guide id="1" orient="horz" pos="572">
          <p15:clr>
            <a:srgbClr val="A4A3A4"/>
          </p15:clr>
        </p15:guide>
        <p15:guide id="2" orient="horz" pos="4088">
          <p15:clr>
            <a:srgbClr val="A4A3A4"/>
          </p15:clr>
        </p15:guide>
        <p15:guide id="3" orient="horz" pos="828">
          <p15:clr>
            <a:srgbClr val="A4A3A4"/>
          </p15:clr>
        </p15:guide>
        <p15:guide id="4" pos="143">
          <p15:clr>
            <a:srgbClr val="A4A3A4"/>
          </p15:clr>
        </p15:guide>
        <p15:guide id="5" pos="6097">
          <p15:clr>
            <a:srgbClr val="A4A3A4"/>
          </p15:clr>
        </p15:guide>
        <p15:guide id="6" pos="228">
          <p15:clr>
            <a:srgbClr val="A4A3A4"/>
          </p15:clr>
        </p15:guide>
        <p15:guide id="7" pos="313">
          <p15:clr>
            <a:srgbClr val="A4A3A4"/>
          </p15:clr>
        </p15:guide>
      </p15:sldGuideLst>
    </p:ext>
    <p:ext uri="{2D200454-40CA-4A62-9FC3-DE9A4176ACB9}">
      <p15:notesGuideLst xmlns:p15="http://schemas.microsoft.com/office/powerpoint/2012/main">
        <p15:guide id="1" orient="horz" pos="3126" userDrawn="1">
          <p15:clr>
            <a:srgbClr val="A4A3A4"/>
          </p15:clr>
        </p15:guide>
        <p15:guide id="2" pos="214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FFD200"/>
    <a:srgbClr val="333333"/>
    <a:srgbClr val="646464"/>
    <a:srgbClr val="808080"/>
    <a:srgbClr val="FDFF9B"/>
    <a:srgbClr val="FFFF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912" autoAdjust="0"/>
    <p:restoredTop sz="98827" autoAdjust="0"/>
  </p:normalViewPr>
  <p:slideViewPr>
    <p:cSldViewPr>
      <p:cViewPr varScale="1">
        <p:scale>
          <a:sx n="78" d="100"/>
          <a:sy n="78" d="100"/>
        </p:scale>
        <p:origin x="1326" y="84"/>
      </p:cViewPr>
      <p:guideLst>
        <p:guide orient="horz" pos="572"/>
        <p:guide orient="horz" pos="4088"/>
        <p:guide orient="horz" pos="828"/>
        <p:guide pos="143"/>
        <p:guide pos="6097"/>
        <p:guide pos="228"/>
        <p:guide pos="313"/>
      </p:guideLst>
    </p:cSldViewPr>
  </p:slideViewPr>
  <p:outlineViewPr>
    <p:cViewPr>
      <p:scale>
        <a:sx n="33" d="100"/>
        <a:sy n="33" d="100"/>
      </p:scale>
      <p:origin x="0" y="0"/>
    </p:cViewPr>
  </p:outlineViewPr>
  <p:notesTextViewPr>
    <p:cViewPr>
      <p:scale>
        <a:sx n="200" d="100"/>
        <a:sy n="200" d="100"/>
      </p:scale>
      <p:origin x="0" y="0"/>
    </p:cViewPr>
  </p:notesTextViewPr>
  <p:sorterViewPr>
    <p:cViewPr>
      <p:scale>
        <a:sx n="100" d="100"/>
        <a:sy n="100" d="100"/>
      </p:scale>
      <p:origin x="0" y="0"/>
    </p:cViewPr>
  </p:sorterViewPr>
  <p:notesViewPr>
    <p:cSldViewPr>
      <p:cViewPr varScale="1">
        <p:scale>
          <a:sx n="61" d="100"/>
          <a:sy n="61" d="100"/>
        </p:scale>
        <p:origin x="-3402" y="-78"/>
      </p:cViewPr>
      <p:guideLst>
        <p:guide orient="horz" pos="3126"/>
        <p:guide pos="2142"/>
      </p:guideLst>
    </p:cSldViewPr>
  </p:notes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font" Target="fonts/font10.fntdata"/><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font" Target="fonts/font4.fntdata"/><Relationship Id="rId23" Type="http://schemas.openxmlformats.org/officeDocument/2006/relationships/presProps" Target="presProps.xml"/><Relationship Id="rId10" Type="http://schemas.openxmlformats.org/officeDocument/2006/relationships/notesMaster" Target="notesMasters/notesMaster1.xml"/><Relationship Id="rId19"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9" name="Rectangle 7"/>
          <p:cNvSpPr>
            <a:spLocks noChangeArrowheads="1"/>
          </p:cNvSpPr>
          <p:nvPr/>
        </p:nvSpPr>
        <p:spPr bwMode="auto">
          <a:xfrm>
            <a:off x="226691" y="198885"/>
            <a:ext cx="1972802" cy="20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latinLnBrk="0"/>
            <a:r>
              <a:rPr kumimoji="0" lang="en-US" altLang="ko-KR" sz="1100" dirty="0">
                <a:cs typeface="Arial" charset="0"/>
              </a:rPr>
              <a:t>Presentation title</a:t>
            </a:r>
          </a:p>
        </p:txBody>
      </p:sp>
      <p:sp>
        <p:nvSpPr>
          <p:cNvPr id="14340" name="Rectangle 8"/>
          <p:cNvSpPr>
            <a:spLocks noChangeArrowheads="1"/>
          </p:cNvSpPr>
          <p:nvPr/>
        </p:nvSpPr>
        <p:spPr bwMode="auto">
          <a:xfrm>
            <a:off x="3081410" y="9637805"/>
            <a:ext cx="638026" cy="20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latinLnBrk="0"/>
            <a:r>
              <a:rPr kumimoji="0" lang="en-US" altLang="ko-KR" sz="1100" dirty="0">
                <a:cs typeface="Arial" charset="0"/>
              </a:rPr>
              <a:t>Page </a:t>
            </a:r>
            <a:fld id="{44BFA36E-047E-477E-AA73-45E10DE6A281}" type="slidenum">
              <a:rPr kumimoji="0" lang="en-US" altLang="ko-KR" sz="1100">
                <a:cs typeface="Arial" charset="0"/>
              </a:rPr>
              <a:pPr latinLnBrk="0"/>
              <a:t>‹#›</a:t>
            </a:fld>
            <a:endParaRPr kumimoji="0" lang="en-US" altLang="ko-KR" sz="1100" dirty="0">
              <a:cs typeface="Arial" charset="0"/>
            </a:endParaRPr>
          </a:p>
        </p:txBody>
      </p:sp>
      <p:pic>
        <p:nvPicPr>
          <p:cNvPr id="6" name="Picture 2" descr="C:\Documents and Settings\김영로\My Documents\신성통상Logo(BI-CI)\ssts logo - blue(ENG).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5832" y="9668820"/>
            <a:ext cx="2054521" cy="144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1"/>
          <p:cNvSpPr txBox="1">
            <a:spLocks noChangeArrowheads="1"/>
          </p:cNvSpPr>
          <p:nvPr/>
        </p:nvSpPr>
        <p:spPr bwMode="auto">
          <a:xfrm>
            <a:off x="5241461" y="9561235"/>
            <a:ext cx="1254035" cy="215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12" tIns="45656" rIns="91312" bIns="45656">
            <a:spAutoFit/>
          </a:bodyPr>
          <a:lstStyle>
            <a:lvl1pPr marL="52388" eaLnBrk="0" hangingPunct="0">
              <a:defRPr kumimoji="1">
                <a:solidFill>
                  <a:schemeClr val="tx1"/>
                </a:solidFill>
                <a:latin typeface="Arial" charset="0"/>
                <a:ea typeface="굴림" pitchFamily="50" charset="-127"/>
              </a:defRPr>
            </a:lvl1pPr>
            <a:lvl2pPr marL="742950" indent="-285750" eaLnBrk="0" hangingPunct="0">
              <a:defRPr kumimoji="1">
                <a:solidFill>
                  <a:schemeClr val="tx1"/>
                </a:solidFill>
                <a:latin typeface="Arial" charset="0"/>
                <a:ea typeface="굴림" pitchFamily="50" charset="-127"/>
              </a:defRPr>
            </a:lvl2pPr>
            <a:lvl3pPr marL="1143000" indent="-228600" eaLnBrk="0" hangingPunct="0">
              <a:defRPr kumimoji="1">
                <a:solidFill>
                  <a:schemeClr val="tx1"/>
                </a:solidFill>
                <a:latin typeface="Arial" charset="0"/>
                <a:ea typeface="굴림" pitchFamily="50" charset="-127"/>
              </a:defRPr>
            </a:lvl3pPr>
            <a:lvl4pPr marL="1600200" indent="-228600" eaLnBrk="0" hangingPunct="0">
              <a:defRPr kumimoji="1">
                <a:solidFill>
                  <a:schemeClr val="tx1"/>
                </a:solidFill>
                <a:latin typeface="Arial" charset="0"/>
                <a:ea typeface="굴림" pitchFamily="50" charset="-127"/>
              </a:defRPr>
            </a:lvl4pPr>
            <a:lvl5pPr marL="2057400" indent="-228600" eaLnBrk="0" hangingPunct="0">
              <a:defRPr kumimoji="1">
                <a:solidFill>
                  <a:schemeClr val="tx1"/>
                </a:solidFill>
                <a:latin typeface="Arial" charset="0"/>
                <a:ea typeface="굴림" pitchFamily="50" charset="-127"/>
              </a:defRPr>
            </a:lvl5pPr>
            <a:lvl6pPr marL="2514600" indent="-228600" eaLnBrk="0" fontAlgn="base" hangingPunct="0">
              <a:spcBef>
                <a:spcPct val="0"/>
              </a:spcBef>
              <a:spcAft>
                <a:spcPct val="0"/>
              </a:spcAft>
              <a:defRPr kumimoji="1">
                <a:solidFill>
                  <a:schemeClr val="tx1"/>
                </a:solidFill>
                <a:latin typeface="Arial" charset="0"/>
                <a:ea typeface="굴림" pitchFamily="50" charset="-127"/>
              </a:defRPr>
            </a:lvl6pPr>
            <a:lvl7pPr marL="2971800" indent="-228600" eaLnBrk="0" fontAlgn="base" hangingPunct="0">
              <a:spcBef>
                <a:spcPct val="0"/>
              </a:spcBef>
              <a:spcAft>
                <a:spcPct val="0"/>
              </a:spcAft>
              <a:defRPr kumimoji="1">
                <a:solidFill>
                  <a:schemeClr val="tx1"/>
                </a:solidFill>
                <a:latin typeface="Arial" charset="0"/>
                <a:ea typeface="굴림" pitchFamily="50" charset="-127"/>
              </a:defRPr>
            </a:lvl7pPr>
            <a:lvl8pPr marL="3429000" indent="-228600" eaLnBrk="0" fontAlgn="base" hangingPunct="0">
              <a:spcBef>
                <a:spcPct val="0"/>
              </a:spcBef>
              <a:spcAft>
                <a:spcPct val="0"/>
              </a:spcAft>
              <a:defRPr kumimoji="1">
                <a:solidFill>
                  <a:schemeClr val="tx1"/>
                </a:solidFill>
                <a:latin typeface="Arial" charset="0"/>
                <a:ea typeface="굴림" pitchFamily="50" charset="-127"/>
              </a:defRPr>
            </a:lvl8pPr>
            <a:lvl9pPr marL="3886200" indent="-228600" eaLnBrk="0" fontAlgn="base" hangingPunct="0">
              <a:spcBef>
                <a:spcPct val="0"/>
              </a:spcBef>
              <a:spcAft>
                <a:spcPct val="0"/>
              </a:spcAft>
              <a:defRPr kumimoji="1">
                <a:solidFill>
                  <a:schemeClr val="tx1"/>
                </a:solidFill>
                <a:latin typeface="Arial" charset="0"/>
                <a:ea typeface="굴림" pitchFamily="50" charset="-127"/>
              </a:defRPr>
            </a:lvl9pPr>
          </a:lstStyle>
          <a:p>
            <a:pPr algn="r" eaLnBrk="1" hangingPunct="1">
              <a:spcBef>
                <a:spcPct val="20000"/>
              </a:spcBef>
              <a:buClr>
                <a:srgbClr val="FFD200"/>
              </a:buClr>
              <a:buSzPct val="75000"/>
              <a:buFont typeface="Arial" charset="0"/>
              <a:buNone/>
            </a:pPr>
            <a:r>
              <a:rPr lang="ko-KR" altLang="en-US" sz="800" dirty="0">
                <a:solidFill>
                  <a:schemeClr val="accent1">
                    <a:lumMod val="75000"/>
                  </a:schemeClr>
                </a:solidFill>
                <a:latin typeface="JBold" pitchFamily="18" charset="-127"/>
                <a:ea typeface="JBold" pitchFamily="18" charset="-127"/>
                <a:cs typeface="JBold" pitchFamily="18" charset="-127"/>
              </a:rPr>
              <a:t>경영기획본부 </a:t>
            </a:r>
            <a:r>
              <a:rPr lang="ko-KR" altLang="en-US" sz="800" dirty="0" err="1">
                <a:solidFill>
                  <a:schemeClr val="accent1">
                    <a:lumMod val="75000"/>
                  </a:schemeClr>
                </a:solidFill>
                <a:latin typeface="JBold" pitchFamily="18" charset="-127"/>
                <a:ea typeface="JBold" pitchFamily="18" charset="-127"/>
                <a:cs typeface="JBold" pitchFamily="18" charset="-127"/>
              </a:rPr>
              <a:t>경영정보팀</a:t>
            </a:r>
            <a:endParaRPr lang="ko-KR" altLang="en-US" sz="800" dirty="0">
              <a:solidFill>
                <a:schemeClr val="accent1">
                  <a:lumMod val="75000"/>
                </a:schemeClr>
              </a:solidFill>
              <a:latin typeface="JBold" pitchFamily="18" charset="-127"/>
              <a:ea typeface="JBold" pitchFamily="18" charset="-127"/>
              <a:cs typeface="JBold" pitchFamily="18" charset="-127"/>
            </a:endParaRPr>
          </a:p>
        </p:txBody>
      </p:sp>
    </p:spTree>
    <p:extLst>
      <p:ext uri="{BB962C8B-B14F-4D97-AF65-F5344CB8AC3E}">
        <p14:creationId xmlns:p14="http://schemas.microsoft.com/office/powerpoint/2010/main" val="25423828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4"/>
          <p:cNvSpPr>
            <a:spLocks noGrp="1" noRot="1" noChangeAspect="1" noChangeArrowheads="1" noTextEdit="1"/>
          </p:cNvSpPr>
          <p:nvPr>
            <p:ph type="sldImg" idx="2"/>
          </p:nvPr>
        </p:nvSpPr>
        <p:spPr bwMode="auto">
          <a:xfrm>
            <a:off x="709613" y="742950"/>
            <a:ext cx="5380037" cy="3724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p:cNvSpPr>
            <a:spLocks noGrp="1" noChangeArrowheads="1"/>
          </p:cNvSpPr>
          <p:nvPr>
            <p:ph type="body" sz="quarter" idx="3"/>
          </p:nvPr>
        </p:nvSpPr>
        <p:spPr bwMode="auto">
          <a:xfrm>
            <a:off x="680880" y="4714955"/>
            <a:ext cx="5435917" cy="4467383"/>
          </a:xfrm>
          <a:prstGeom prst="rect">
            <a:avLst/>
          </a:prstGeom>
          <a:noFill/>
          <a:ln w="9525">
            <a:noFill/>
            <a:miter lim="800000"/>
            <a:headEnd/>
            <a:tailEnd/>
          </a:ln>
          <a:effectLst/>
        </p:spPr>
        <p:txBody>
          <a:bodyPr vert="horz" wrap="square" lIns="94209" tIns="47104" rIns="94209" bIns="47104" numCol="1" anchor="t" anchorCtr="0" compatLnSpc="1">
            <a:prstTxWarp prst="textNoShape">
              <a:avLst/>
            </a:prstTxWarp>
          </a:bodyPr>
          <a:lstStyle/>
          <a:p>
            <a:pPr lvl="0"/>
            <a:r>
              <a:rPr lang="en-US" altLang="ko-KR" noProof="0" dirty="0" smtClean="0"/>
              <a:t>Click to edit Master text styles</a:t>
            </a:r>
          </a:p>
          <a:p>
            <a:pPr lvl="1"/>
            <a:r>
              <a:rPr lang="en-US" altLang="ko-KR" noProof="0" dirty="0" smtClean="0"/>
              <a:t>Second level</a:t>
            </a:r>
          </a:p>
          <a:p>
            <a:pPr lvl="2"/>
            <a:r>
              <a:rPr lang="en-US" altLang="ko-KR" noProof="0" dirty="0" smtClean="0"/>
              <a:t>Third level</a:t>
            </a:r>
          </a:p>
          <a:p>
            <a:pPr lvl="3"/>
            <a:r>
              <a:rPr lang="en-US" altLang="ko-KR" noProof="0" dirty="0" smtClean="0"/>
              <a:t>Fourth level</a:t>
            </a:r>
          </a:p>
          <a:p>
            <a:pPr lvl="4"/>
            <a:r>
              <a:rPr lang="en-US" altLang="ko-KR" noProof="0" dirty="0" smtClean="0"/>
              <a:t>Fifth level</a:t>
            </a:r>
          </a:p>
        </p:txBody>
      </p:sp>
    </p:spTree>
    <p:extLst>
      <p:ext uri="{BB962C8B-B14F-4D97-AF65-F5344CB8AC3E}">
        <p14:creationId xmlns:p14="http://schemas.microsoft.com/office/powerpoint/2010/main" val="33647243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buClr>
        <a:srgbClr val="FFD200"/>
      </a:buClr>
      <a:buSzPct val="75000"/>
      <a:buFont typeface="Arial" charset="0"/>
      <a:defRPr sz="1200" kern="1200">
        <a:solidFill>
          <a:schemeClr val="tx1"/>
        </a:solidFill>
        <a:latin typeface="Arial" charset="0"/>
        <a:ea typeface="나눔고딕" pitchFamily="50" charset="-127"/>
        <a:cs typeface="+mn-cs"/>
      </a:defRPr>
    </a:lvl1pPr>
    <a:lvl2pPr marL="1588" indent="177800"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나눔고딕" pitchFamily="50" charset="-127"/>
        <a:cs typeface="+mn-cs"/>
      </a:defRPr>
    </a:lvl2pPr>
    <a:lvl3pPr marL="358775" indent="188913"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나눔고딕" pitchFamily="50" charset="-127"/>
        <a:cs typeface="+mn-cs"/>
      </a:defRPr>
    </a:lvl3pPr>
    <a:lvl4pPr marL="722313" indent="176213"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나눔고딕" pitchFamily="50" charset="-127"/>
        <a:cs typeface="+mn-cs"/>
      </a:defRPr>
    </a:lvl4pPr>
    <a:lvl5pPr marL="1079500" indent="174625"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나눔고딕" pitchFamily="50" charset="-127"/>
        <a:cs typeface="+mn-cs"/>
      </a:defRPr>
    </a:lvl5pPr>
    <a:lvl6pPr marL="2285855" algn="l" defTabSz="914342" rtl="0" eaLnBrk="1" latinLnBrk="1" hangingPunct="1">
      <a:defRPr sz="1200" kern="1200">
        <a:solidFill>
          <a:schemeClr val="tx1"/>
        </a:solidFill>
        <a:latin typeface="+mn-lt"/>
        <a:ea typeface="+mn-ea"/>
        <a:cs typeface="+mn-cs"/>
      </a:defRPr>
    </a:lvl6pPr>
    <a:lvl7pPr marL="2743026" algn="l" defTabSz="914342" rtl="0" eaLnBrk="1" latinLnBrk="1" hangingPunct="1">
      <a:defRPr sz="1200" kern="1200">
        <a:solidFill>
          <a:schemeClr val="tx1"/>
        </a:solidFill>
        <a:latin typeface="+mn-lt"/>
        <a:ea typeface="+mn-ea"/>
        <a:cs typeface="+mn-cs"/>
      </a:defRPr>
    </a:lvl7pPr>
    <a:lvl8pPr marL="3200198" algn="l" defTabSz="914342" rtl="0" eaLnBrk="1" latinLnBrk="1" hangingPunct="1">
      <a:defRPr sz="1200" kern="1200">
        <a:solidFill>
          <a:schemeClr val="tx1"/>
        </a:solidFill>
        <a:latin typeface="+mn-lt"/>
        <a:ea typeface="+mn-ea"/>
        <a:cs typeface="+mn-cs"/>
      </a:defRPr>
    </a:lvl8pPr>
    <a:lvl9pPr marL="3657369" algn="l" defTabSz="914342"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Rot="1" noChangeAspect="1" noChangeArrowheads="1" noTextEdit="1"/>
          </p:cNvSpPr>
          <p:nvPr>
            <p:ph type="sldImg"/>
          </p:nvPr>
        </p:nvSpPr>
        <p:spPr>
          <a:ln/>
        </p:spPr>
      </p:sp>
      <p:sp>
        <p:nvSpPr>
          <p:cNvPr id="112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en-GB" altLang="ko-KR" sz="1000">
                <a:ea typeface="굴림" pitchFamily="50" charset="-127"/>
              </a:rPr>
              <a:t>For information on applying this template onto existing presentations, refer to the notes on slide 2 of this presentation.</a:t>
            </a:r>
          </a:p>
          <a:p>
            <a:pPr eaLnBrk="1" hangingPunct="1">
              <a:lnSpc>
                <a:spcPct val="90000"/>
              </a:lnSpc>
            </a:pPr>
            <a:r>
              <a:rPr lang="en-GB" altLang="ko-KR" sz="1000">
                <a:ea typeface="굴림" pitchFamily="50" charset="-127"/>
              </a:rPr>
              <a:t>The Input area of the Beam can be customized to reflect the content of the</a:t>
            </a:r>
            <a:br>
              <a:rPr lang="en-GB" altLang="ko-KR" sz="1000">
                <a:ea typeface="굴림" pitchFamily="50" charset="-127"/>
              </a:rPr>
            </a:br>
            <a:r>
              <a:rPr lang="en-GB" altLang="ko-KR" sz="1000">
                <a:ea typeface="굴림" pitchFamily="50" charset="-127"/>
              </a:rPr>
              <a:t>presentation. The Input area is an AutoShape with a picture fill. To change this, ensure you have the image you wish to use (ideally a </a:t>
            </a:r>
            <a:r>
              <a:rPr lang="en-GB" altLang="ko-KR" sz="1000" b="1">
                <a:ea typeface="굴림" pitchFamily="50" charset="-127"/>
              </a:rPr>
              <a:t>.jpg</a:t>
            </a:r>
            <a:r>
              <a:rPr lang="en-GB" altLang="ko-KR" sz="1000">
                <a:ea typeface="굴림" pitchFamily="50" charset="-127"/>
              </a:rPr>
              <a:t> or a </a:t>
            </a:r>
            <a:r>
              <a:rPr lang="en-GB" altLang="ko-KR" sz="1000" b="1">
                <a:ea typeface="굴림" pitchFamily="50" charset="-127"/>
              </a:rPr>
              <a:t>.png</a:t>
            </a:r>
            <a:r>
              <a:rPr lang="en-GB" altLang="ko-KR" sz="1000">
                <a:ea typeface="굴림" pitchFamily="50" charset="-127"/>
              </a:rPr>
              <a:t> file) in an accessible folder. The image should have a ratio of 1:1 to ensure it does not appear distorted.</a:t>
            </a:r>
          </a:p>
          <a:p>
            <a:pPr eaLnBrk="1" hangingPunct="1">
              <a:lnSpc>
                <a:spcPct val="90000"/>
              </a:lnSpc>
            </a:pPr>
            <a:r>
              <a:rPr lang="en-GB" altLang="ko-KR" sz="1000">
                <a:ea typeface="굴림" pitchFamily="50" charset="-127"/>
              </a:rPr>
              <a:t>Acceptable images for importing into the Input area of the Beam are the three approved graphics (lines), and black and white photography or illustrations which follow the principles laid out on </a:t>
            </a:r>
            <a:r>
              <a:rPr lang="en-GB" altLang="ko-KR" sz="1000" i="1">
                <a:ea typeface="굴림" pitchFamily="50" charset="-127"/>
              </a:rPr>
              <a:t>The Branding Zone. </a:t>
            </a:r>
            <a:r>
              <a:rPr lang="en-GB" altLang="ko-KR" sz="1000">
                <a:ea typeface="굴림" pitchFamily="50" charset="-127"/>
              </a:rPr>
              <a:t>Color images should never be imported into this area.</a:t>
            </a:r>
          </a:p>
          <a:p>
            <a:pPr eaLnBrk="1" hangingPunct="1">
              <a:lnSpc>
                <a:spcPct val="90000"/>
              </a:lnSpc>
            </a:pPr>
            <a:r>
              <a:rPr lang="en-GB" altLang="ko-KR" sz="1000">
                <a:ea typeface="굴림" pitchFamily="50" charset="-127"/>
              </a:rPr>
              <a:t>To create a thank you slide with a picture in the Input area of the Beam, duplicate this master slide and create a new master slide. If using the graphic on the title slide the same should be used on the thank you slide. If using a picture in the Input area of the Beam in the title slide, the same or different but related picture can be used on the thank you slide. </a:t>
            </a:r>
          </a:p>
          <a:p>
            <a:pPr eaLnBrk="1" hangingPunct="1">
              <a:lnSpc>
                <a:spcPct val="90000"/>
              </a:lnSpc>
            </a:pPr>
            <a:r>
              <a:rPr lang="en-GB" altLang="ko-KR" sz="1000">
                <a:ea typeface="굴림" pitchFamily="50" charset="-127"/>
              </a:rPr>
              <a:t>Customize the Input area of the Beam as described below. </a:t>
            </a:r>
          </a:p>
          <a:p>
            <a:pPr lvl="1" eaLnBrk="1" hangingPunct="1">
              <a:lnSpc>
                <a:spcPct val="90000"/>
              </a:lnSpc>
            </a:pPr>
            <a:r>
              <a:rPr lang="en-GB" altLang="ko-KR" sz="1000">
                <a:ea typeface="굴림" pitchFamily="50" charset="-127"/>
              </a:rPr>
              <a:t>Click on the </a:t>
            </a:r>
            <a:r>
              <a:rPr lang="en-GB" altLang="ko-KR" sz="1000" b="1">
                <a:ea typeface="굴림" pitchFamily="50" charset="-127"/>
              </a:rPr>
              <a:t>View</a:t>
            </a:r>
            <a:r>
              <a:rPr lang="en-GB" altLang="ko-KR" sz="1000">
                <a:ea typeface="굴림" pitchFamily="50" charset="-127"/>
              </a:rPr>
              <a:t> tab from the menu bar and select </a:t>
            </a:r>
            <a:r>
              <a:rPr lang="en-GB" altLang="ko-KR" sz="1000" b="1">
                <a:ea typeface="굴림" pitchFamily="50" charset="-127"/>
              </a:rPr>
              <a:t>Master&gt;Slide Master</a:t>
            </a:r>
          </a:p>
          <a:p>
            <a:pPr lvl="1" eaLnBrk="1" hangingPunct="1">
              <a:lnSpc>
                <a:spcPct val="90000"/>
              </a:lnSpc>
            </a:pPr>
            <a:r>
              <a:rPr lang="en-GB" altLang="ko-KR" sz="1000">
                <a:ea typeface="굴림" pitchFamily="50" charset="-127"/>
              </a:rPr>
              <a:t>Right-click on the Input graphic and select </a:t>
            </a:r>
            <a:r>
              <a:rPr lang="en-GB" altLang="ko-KR" sz="1000" b="1">
                <a:ea typeface="굴림" pitchFamily="50" charset="-127"/>
              </a:rPr>
              <a:t>Format AutoShape</a:t>
            </a:r>
          </a:p>
          <a:p>
            <a:pPr lvl="1" eaLnBrk="1" hangingPunct="1">
              <a:lnSpc>
                <a:spcPct val="90000"/>
              </a:lnSpc>
            </a:pPr>
            <a:r>
              <a:rPr lang="en-GB" altLang="ko-KR" sz="1000">
                <a:ea typeface="굴림" pitchFamily="50" charset="-127"/>
              </a:rPr>
              <a:t>From the </a:t>
            </a:r>
            <a:r>
              <a:rPr lang="en-GB" altLang="ko-KR" sz="1000" b="1">
                <a:ea typeface="굴림" pitchFamily="50" charset="-127"/>
              </a:rPr>
              <a:t>Fill</a:t>
            </a:r>
            <a:r>
              <a:rPr lang="en-GB" altLang="ko-KR" sz="1000">
                <a:ea typeface="굴림" pitchFamily="50" charset="-127"/>
              </a:rPr>
              <a:t> menu, under the </a:t>
            </a:r>
            <a:r>
              <a:rPr lang="en-GB" altLang="ko-KR" sz="1000" b="1">
                <a:ea typeface="굴림" pitchFamily="50" charset="-127"/>
              </a:rPr>
              <a:t>Color and Lines</a:t>
            </a:r>
            <a:r>
              <a:rPr lang="en-GB" altLang="ko-KR" sz="1000">
                <a:ea typeface="굴림" pitchFamily="50" charset="-127"/>
              </a:rPr>
              <a:t> tab, click on the drop-down arrow next to </a:t>
            </a:r>
            <a:r>
              <a:rPr lang="en-GB" altLang="ko-KR" sz="1000" b="1">
                <a:ea typeface="굴림" pitchFamily="50" charset="-127"/>
              </a:rPr>
              <a:t>Color</a:t>
            </a:r>
            <a:r>
              <a:rPr lang="en-GB" altLang="ko-KR" sz="1000">
                <a:ea typeface="굴림" pitchFamily="50" charset="-127"/>
              </a:rPr>
              <a:t> and select the </a:t>
            </a:r>
            <a:r>
              <a:rPr lang="en-GB" altLang="ko-KR" sz="1000" b="1">
                <a:ea typeface="굴림" pitchFamily="50" charset="-127"/>
              </a:rPr>
              <a:t>Fill Effects</a:t>
            </a:r>
            <a:r>
              <a:rPr lang="en-GB" altLang="ko-KR" sz="1000">
                <a:ea typeface="굴림" pitchFamily="50" charset="-127"/>
              </a:rPr>
              <a:t> menu</a:t>
            </a:r>
          </a:p>
          <a:p>
            <a:pPr lvl="1" eaLnBrk="1" hangingPunct="1">
              <a:lnSpc>
                <a:spcPct val="90000"/>
              </a:lnSpc>
            </a:pPr>
            <a:r>
              <a:rPr lang="en-GB" altLang="ko-KR" sz="1000">
                <a:ea typeface="굴림" pitchFamily="50" charset="-127"/>
              </a:rPr>
              <a:t>From the </a:t>
            </a:r>
            <a:r>
              <a:rPr lang="en-GB" altLang="ko-KR" sz="1000" b="1">
                <a:ea typeface="굴림" pitchFamily="50" charset="-127"/>
              </a:rPr>
              <a:t>Picture</a:t>
            </a:r>
            <a:r>
              <a:rPr lang="en-GB" altLang="ko-KR" sz="1000">
                <a:ea typeface="굴림" pitchFamily="50" charset="-127"/>
              </a:rPr>
              <a:t> tab, click on </a:t>
            </a:r>
            <a:r>
              <a:rPr lang="en-GB" altLang="ko-KR" sz="1000" b="1">
                <a:ea typeface="굴림" pitchFamily="50" charset="-127"/>
              </a:rPr>
              <a:t>Select Picture</a:t>
            </a:r>
            <a:r>
              <a:rPr lang="en-GB" altLang="ko-KR" sz="1000">
                <a:ea typeface="굴림" pitchFamily="50" charset="-127"/>
              </a:rPr>
              <a:t>. Navigate to the folder containing the image you wish to insert in the Input area. Highlight the image and tick the </a:t>
            </a:r>
            <a:r>
              <a:rPr lang="en-GB" altLang="ko-KR" sz="1000" b="1">
                <a:ea typeface="굴림" pitchFamily="50" charset="-127"/>
              </a:rPr>
              <a:t>Lock picture aspect ratio</a:t>
            </a:r>
            <a:r>
              <a:rPr lang="en-GB" altLang="ko-KR" sz="1000">
                <a:ea typeface="굴림" pitchFamily="50" charset="-127"/>
              </a:rPr>
              <a:t> box. Click on </a:t>
            </a:r>
            <a:r>
              <a:rPr lang="en-GB" altLang="ko-KR" sz="1000" b="1">
                <a:ea typeface="굴림" pitchFamily="50" charset="-127"/>
              </a:rPr>
              <a:t>OK</a:t>
            </a:r>
            <a:r>
              <a:rPr lang="en-GB" altLang="ko-KR" sz="1000">
                <a:ea typeface="굴림" pitchFamily="50" charset="-127"/>
              </a:rPr>
              <a:t>.</a:t>
            </a:r>
          </a:p>
          <a:p>
            <a:pPr lvl="1" eaLnBrk="1" hangingPunct="1">
              <a:lnSpc>
                <a:spcPct val="90000"/>
              </a:lnSpc>
            </a:pPr>
            <a:r>
              <a:rPr lang="en-GB" altLang="ko-KR" sz="1000">
                <a:ea typeface="굴림" pitchFamily="50" charset="-127"/>
              </a:rPr>
              <a:t>You can now preview the image before continuing. If you are happy with how it looks, click </a:t>
            </a:r>
            <a:r>
              <a:rPr lang="en-GB" altLang="ko-KR" sz="1000" b="1">
                <a:ea typeface="굴림" pitchFamily="50" charset="-127"/>
              </a:rPr>
              <a:t>Ok</a:t>
            </a:r>
            <a:r>
              <a:rPr lang="en-GB" altLang="ko-KR" sz="1000">
                <a:ea typeface="굴림" pitchFamily="50" charset="-127"/>
              </a:rPr>
              <a:t> to continue. Otherwise, repeat the process until you are happy with your selected image</a:t>
            </a:r>
          </a:p>
          <a:p>
            <a:pPr lvl="1" eaLnBrk="1" hangingPunct="1">
              <a:lnSpc>
                <a:spcPct val="90000"/>
              </a:lnSpc>
            </a:pPr>
            <a:r>
              <a:rPr lang="en-GB" altLang="ko-KR" sz="1000">
                <a:ea typeface="굴림" pitchFamily="50" charset="-127"/>
              </a:rPr>
              <a:t>To exit from </a:t>
            </a:r>
            <a:r>
              <a:rPr lang="en-GB" altLang="ko-KR" sz="1000" b="1">
                <a:ea typeface="굴림" pitchFamily="50" charset="-127"/>
              </a:rPr>
              <a:t>Master View</a:t>
            </a:r>
            <a:r>
              <a:rPr lang="en-GB" altLang="ko-KR" sz="1000">
                <a:ea typeface="굴림" pitchFamily="50" charset="-127"/>
              </a:rPr>
              <a:t>, click on </a:t>
            </a:r>
            <a:r>
              <a:rPr lang="en-GB" altLang="ko-KR" sz="1000" b="1">
                <a:ea typeface="굴림" pitchFamily="50" charset="-127"/>
              </a:rPr>
              <a:t>View&gt;Normal</a:t>
            </a:r>
            <a:r>
              <a:rPr lang="en-GB" altLang="ko-KR" sz="1000">
                <a:ea typeface="굴림" pitchFamily="50" charset="-127"/>
              </a:rPr>
              <a:t>. The change you made to the Input graphic should now be visible on the title slide</a:t>
            </a:r>
            <a:endParaRPr lang="en-US" altLang="ko-KR" sz="1000">
              <a:ea typeface="굴림" pitchFamily="50" charset="-127"/>
            </a:endParaRPr>
          </a:p>
        </p:txBody>
      </p:sp>
    </p:spTree>
    <p:extLst>
      <p:ext uri="{BB962C8B-B14F-4D97-AF65-F5344CB8AC3E}">
        <p14:creationId xmlns:p14="http://schemas.microsoft.com/office/powerpoint/2010/main" val="29734249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4" name="Picture 2" descr="C:\Documents and Settings\김영로\My Documents\가져갈 파일\파워포인트 양식\139\06.jpg"/>
          <p:cNvPicPr>
            <a:picLocks noChangeAspect="1" noChangeArrowheads="1"/>
          </p:cNvPicPr>
          <p:nvPr userDrawn="1"/>
        </p:nvPicPr>
        <p:blipFill>
          <a:blip r:embed="rId2" cstate="print"/>
          <a:srcRect/>
          <a:stretch>
            <a:fillRect/>
          </a:stretch>
        </p:blipFill>
        <p:spPr bwMode="auto">
          <a:xfrm>
            <a:off x="-1" y="2365219"/>
            <a:ext cx="9731017" cy="4501950"/>
          </a:xfrm>
          <a:prstGeom prst="rect">
            <a:avLst/>
          </a:prstGeom>
          <a:noFill/>
        </p:spPr>
      </p:pic>
      <p:sp>
        <p:nvSpPr>
          <p:cNvPr id="6" name="직사각형 5"/>
          <p:cNvSpPr/>
          <p:nvPr userDrawn="1"/>
        </p:nvSpPr>
        <p:spPr>
          <a:xfrm>
            <a:off x="9731017" y="-4788"/>
            <a:ext cx="217538" cy="6865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1" hangingPunct="1"/>
            <a:endParaRPr lang="ko-KR" altLang="en-US" sz="1200" b="1" kern="1200">
              <a:solidFill>
                <a:schemeClr val="lt1"/>
              </a:solidFill>
              <a:latin typeface="Helvetica" pitchFamily="2" charset="0"/>
              <a:ea typeface="+mn-ea"/>
              <a:cs typeface="+mn-cs"/>
            </a:endParaRPr>
          </a:p>
        </p:txBody>
      </p:sp>
      <p:pic>
        <p:nvPicPr>
          <p:cNvPr id="7" name="그림 1" descr="1113396_83515382.jpg"/>
          <p:cNvPicPr>
            <a:picLocks noChangeAspect="1"/>
          </p:cNvPicPr>
          <p:nvPr userDrawn="1"/>
        </p:nvPicPr>
        <p:blipFill>
          <a:blip r:embed="rId3" cstate="print"/>
          <a:srcRect/>
          <a:stretch>
            <a:fillRect/>
          </a:stretch>
        </p:blipFill>
        <p:spPr bwMode="auto">
          <a:xfrm flipH="1">
            <a:off x="0" y="0"/>
            <a:ext cx="4572000" cy="3154363"/>
          </a:xfrm>
          <a:prstGeom prst="rect">
            <a:avLst/>
          </a:prstGeom>
          <a:noFill/>
          <a:ln w="9525">
            <a:noFill/>
            <a:miter lim="800000"/>
            <a:headEnd/>
            <a:tailEnd/>
          </a:ln>
        </p:spPr>
      </p:pic>
      <p:sp>
        <p:nvSpPr>
          <p:cNvPr id="3074" name="Rectangle 2"/>
          <p:cNvSpPr>
            <a:spLocks noGrp="1" noChangeArrowheads="1"/>
          </p:cNvSpPr>
          <p:nvPr>
            <p:ph type="ctrTitle"/>
          </p:nvPr>
        </p:nvSpPr>
        <p:spPr>
          <a:xfrm>
            <a:off x="2091883" y="3427812"/>
            <a:ext cx="5772723" cy="460832"/>
          </a:xfrm>
          <a:prstGeom prst="rect">
            <a:avLst/>
          </a:prstGeom>
        </p:spPr>
        <p:txBody>
          <a:bodyPr wrap="none" lIns="91434" tIns="0" rIns="91434" bIns="45718">
            <a:spAutoFit/>
          </a:bodyPr>
          <a:lstStyle>
            <a:lvl1pPr>
              <a:defRPr sz="3200" baseline="0">
                <a:latin typeface="나눔고딕 ExtraBold" pitchFamily="50" charset="-127"/>
                <a:ea typeface="나눔고딕 ExtraBold" pitchFamily="50" charset="-127"/>
              </a:defRPr>
            </a:lvl1pPr>
          </a:lstStyle>
          <a:p>
            <a:r>
              <a:rPr lang="en-US" altLang="ko-KR" dirty="0" smtClean="0"/>
              <a:t>Click to edit Master title style</a:t>
            </a:r>
            <a:endParaRPr lang="en-US" altLang="ko-KR" dirty="0"/>
          </a:p>
        </p:txBody>
      </p:sp>
      <p:sp>
        <p:nvSpPr>
          <p:cNvPr id="3075" name="Rectangle 3"/>
          <p:cNvSpPr>
            <a:spLocks noGrp="1" noChangeArrowheads="1"/>
          </p:cNvSpPr>
          <p:nvPr>
            <p:ph type="subTitle" idx="1"/>
          </p:nvPr>
        </p:nvSpPr>
        <p:spPr>
          <a:xfrm>
            <a:off x="5738393" y="4437112"/>
            <a:ext cx="3751682" cy="328469"/>
          </a:xfrm>
          <a:prstGeom prst="rect">
            <a:avLst/>
          </a:prstGeom>
        </p:spPr>
        <p:txBody>
          <a:bodyPr>
            <a:spAutoFit/>
          </a:bodyPr>
          <a:lstStyle>
            <a:lvl1pPr marL="0" indent="0" algn="r">
              <a:lnSpc>
                <a:spcPct val="85000"/>
              </a:lnSpc>
              <a:buFont typeface="Arial" charset="0"/>
              <a:buNone/>
              <a:defRPr sz="1800" baseline="0">
                <a:latin typeface="나눔고딕" pitchFamily="50" charset="-127"/>
                <a:ea typeface="나눔고딕" pitchFamily="50" charset="-127"/>
              </a:defRPr>
            </a:lvl1pPr>
          </a:lstStyle>
          <a:p>
            <a:r>
              <a:rPr lang="en-US" altLang="ko-KR" dirty="0" smtClean="0"/>
              <a:t>Click to edit Master subtitle style</a:t>
            </a:r>
            <a:endParaRPr lang="en-US" altLang="ko-KR" dirty="0"/>
          </a:p>
        </p:txBody>
      </p:sp>
      <p:pic>
        <p:nvPicPr>
          <p:cNvPr id="2" name="그림 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140817" y="116141"/>
            <a:ext cx="2556426" cy="240069"/>
          </a:xfrm>
          <a:prstGeom prst="rect">
            <a:avLst/>
          </a:prstGeom>
        </p:spPr>
      </p:pic>
    </p:spTree>
    <p:extLst>
      <p:ext uri="{BB962C8B-B14F-4D97-AF65-F5344CB8AC3E}">
        <p14:creationId xmlns:p14="http://schemas.microsoft.com/office/powerpoint/2010/main" val="244642144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272480" y="728700"/>
            <a:ext cx="9359900" cy="529372"/>
          </a:xfrm>
          <a:prstGeom prst="rect">
            <a:avLst/>
          </a:prstGeom>
        </p:spPr>
        <p:txBody>
          <a:bodyPr wrap="square">
            <a:spAutoFit/>
          </a:bodyPr>
          <a:lstStyle>
            <a:lvl1pPr marL="0" marR="0" indent="0" algn="l" defTabSz="914342" rtl="0" eaLnBrk="1" fontAlgn="base" latinLnBrk="0" hangingPunct="1">
              <a:lnSpc>
                <a:spcPct val="100000"/>
              </a:lnSpc>
              <a:spcBef>
                <a:spcPct val="20000"/>
              </a:spcBef>
              <a:spcAft>
                <a:spcPct val="0"/>
              </a:spcAft>
              <a:buClr>
                <a:srgbClr val="FFD200"/>
              </a:buClr>
              <a:buSzPct val="75000"/>
              <a:buFontTx/>
              <a:buNone/>
              <a:tabLst/>
              <a:defRPr sz="1400" b="0" baseline="0">
                <a:solidFill>
                  <a:schemeClr val="tx1">
                    <a:lumMod val="50000"/>
                  </a:schemeClr>
                </a:solidFill>
                <a:latin typeface="JBold" pitchFamily="18" charset="-127"/>
                <a:ea typeface="JBold" pitchFamily="18" charset="-127"/>
                <a:cs typeface="JBold" pitchFamily="18" charset="-127"/>
              </a:defRPr>
            </a:lvl1pPr>
            <a:lvl2pPr marL="268271" indent="-215887" latinLnBrk="0">
              <a:buClr>
                <a:schemeClr val="accent1">
                  <a:lumMod val="75000"/>
                </a:schemeClr>
              </a:buClr>
              <a:buFont typeface="Wingdings" pitchFamily="2" charset="2"/>
              <a:buChar char="§"/>
              <a:defRPr sz="1200" baseline="0">
                <a:solidFill>
                  <a:schemeClr val="tx1">
                    <a:lumMod val="50000"/>
                  </a:schemeClr>
                </a:solidFill>
                <a:latin typeface="+mn-ea"/>
                <a:ea typeface="+mn-ea"/>
                <a:cs typeface="JBold" pitchFamily="18" charset="-127"/>
              </a:defRPr>
            </a:lvl2pPr>
            <a:lvl3pPr marL="539966" indent="-215986" latinLnBrk="0">
              <a:defRPr sz="1400" b="1" baseline="0">
                <a:solidFill>
                  <a:schemeClr val="tx1">
                    <a:lumMod val="50000"/>
                  </a:schemeClr>
                </a:solidFill>
                <a:latin typeface="맑은 고딕" pitchFamily="50" charset="-127"/>
                <a:ea typeface="맑은 고딕" pitchFamily="50" charset="-127"/>
              </a:defRPr>
            </a:lvl3pPr>
            <a:lvl4pPr marL="809949" indent="-215986" latinLnBrk="0">
              <a:defRPr sz="1400" baseline="0">
                <a:solidFill>
                  <a:schemeClr val="tx1">
                    <a:lumMod val="50000"/>
                  </a:schemeClr>
                </a:solidFill>
                <a:latin typeface="맑은 고딕" pitchFamily="50" charset="-127"/>
                <a:ea typeface="맑은 고딕" pitchFamily="50" charset="-127"/>
              </a:defRPr>
            </a:lvl4pPr>
            <a:lvl5pPr marL="1079932" indent="-215986" latinLnBrk="0">
              <a:defRPr sz="1200" b="1" baseline="0">
                <a:solidFill>
                  <a:schemeClr val="tx1">
                    <a:lumMod val="50000"/>
                  </a:schemeClr>
                </a:solidFill>
                <a:latin typeface="맑은 고딕" pitchFamily="50" charset="-127"/>
                <a:ea typeface="맑은 고딕" pitchFamily="50" charset="-127"/>
              </a:defRPr>
            </a:lvl5pPr>
          </a:lstStyle>
          <a:p>
            <a:pPr lvl="0"/>
            <a:r>
              <a:rPr lang="en-US" altLang="ko-KR" dirty="0" smtClean="0"/>
              <a:t>Click to edit Master text styles</a:t>
            </a:r>
          </a:p>
          <a:p>
            <a:pPr lvl="1"/>
            <a:r>
              <a:rPr lang="en-US" altLang="ko-KR" dirty="0" smtClean="0"/>
              <a:t>Second level</a:t>
            </a:r>
          </a:p>
        </p:txBody>
      </p:sp>
      <p:sp>
        <p:nvSpPr>
          <p:cNvPr id="4" name="Title 3"/>
          <p:cNvSpPr>
            <a:spLocks noGrp="1"/>
          </p:cNvSpPr>
          <p:nvPr>
            <p:ph type="title"/>
          </p:nvPr>
        </p:nvSpPr>
        <p:spPr>
          <a:xfrm>
            <a:off x="273050" y="278650"/>
            <a:ext cx="6768000" cy="334313"/>
          </a:xfrm>
          <a:prstGeom prst="rect">
            <a:avLst/>
          </a:prstGeom>
        </p:spPr>
        <p:txBody>
          <a:bodyPr wrap="square" lIns="39597" tIns="35997" rIns="39597" bIns="35997">
            <a:noAutofit/>
          </a:bodyPr>
          <a:lstStyle>
            <a:lvl1pPr>
              <a:defRPr sz="1800" baseline="0">
                <a:solidFill>
                  <a:schemeClr val="accent1">
                    <a:lumMod val="50000"/>
                  </a:schemeClr>
                </a:solidFill>
                <a:latin typeface="JBold" pitchFamily="18" charset="-127"/>
                <a:ea typeface="JBold" pitchFamily="18" charset="-127"/>
                <a:cs typeface="JBold" pitchFamily="18" charset="-127"/>
              </a:defRPr>
            </a:lvl1pPr>
          </a:lstStyle>
          <a:p>
            <a:r>
              <a:rPr lang="en-US" altLang="ko-KR" dirty="0" smtClean="0"/>
              <a:t>Click to edit Master title style</a:t>
            </a:r>
            <a:endParaRPr lang="ko-KR" altLang="en-US" dirty="0"/>
          </a:p>
        </p:txBody>
      </p:sp>
      <p:sp>
        <p:nvSpPr>
          <p:cNvPr id="5" name="Content Placeholder 17"/>
          <p:cNvSpPr>
            <a:spLocks noGrp="1"/>
          </p:cNvSpPr>
          <p:nvPr>
            <p:ph sz="quarter" idx="12" hasCustomPrompt="1"/>
          </p:nvPr>
        </p:nvSpPr>
        <p:spPr>
          <a:xfrm>
            <a:off x="6285638" y="105389"/>
            <a:ext cx="3437892" cy="432061"/>
          </a:xfrm>
          <a:prstGeom prst="rect">
            <a:avLst/>
          </a:prstGeom>
        </p:spPr>
        <p:txBody>
          <a:bodyPr/>
          <a:lstStyle>
            <a:lvl1pPr marL="0" indent="0" algn="r" rtl="0" fontAlgn="base">
              <a:spcBef>
                <a:spcPts val="100"/>
              </a:spcBef>
              <a:spcAft>
                <a:spcPts val="100"/>
              </a:spcAft>
              <a:buClr>
                <a:srgbClr val="FFD200"/>
              </a:buClr>
              <a:buSzPct val="75000"/>
              <a:buNone/>
              <a:defRPr lang="en-US" altLang="ko-KR" sz="1000" b="0" kern="0" baseline="0" dirty="0" smtClean="0">
                <a:solidFill>
                  <a:schemeClr val="accent1">
                    <a:lumMod val="75000"/>
                  </a:schemeClr>
                </a:solidFill>
                <a:latin typeface="JBold" pitchFamily="18" charset="-127"/>
                <a:ea typeface="JBold" pitchFamily="18" charset="-127"/>
                <a:cs typeface="JBold" pitchFamily="18" charset="-127"/>
              </a:defRPr>
            </a:lvl1pPr>
            <a:lvl2pPr marL="0" indent="0" algn="r" rtl="0" fontAlgn="base">
              <a:spcBef>
                <a:spcPts val="0"/>
              </a:spcBef>
              <a:spcAft>
                <a:spcPct val="0"/>
              </a:spcAft>
              <a:buClr>
                <a:srgbClr val="FFD200"/>
              </a:buClr>
              <a:buSzPct val="75000"/>
              <a:buNone/>
              <a:defRPr lang="en-US" altLang="ko-KR" sz="1000" kern="0" dirty="0" smtClean="0">
                <a:solidFill>
                  <a:schemeClr val="tx1">
                    <a:lumMod val="50000"/>
                  </a:schemeClr>
                </a:solidFill>
                <a:latin typeface="+mn-ea"/>
                <a:ea typeface="+mn-ea"/>
                <a:cs typeface="+mn-cs"/>
              </a:defRPr>
            </a:lvl2pPr>
            <a:lvl3pPr marL="0" indent="0" algn="r" rtl="0" fontAlgn="base">
              <a:spcBef>
                <a:spcPts val="0"/>
              </a:spcBef>
              <a:spcAft>
                <a:spcPct val="0"/>
              </a:spcAft>
              <a:buClr>
                <a:srgbClr val="FFD200"/>
              </a:buClr>
              <a:buSzPct val="75000"/>
              <a:buNone/>
              <a:defRPr lang="en-US" altLang="ko-KR" sz="1000" kern="0" dirty="0" smtClean="0">
                <a:solidFill>
                  <a:schemeClr val="tx1">
                    <a:lumMod val="50000"/>
                  </a:schemeClr>
                </a:solidFill>
                <a:latin typeface="+mn-ea"/>
                <a:ea typeface="+mn-ea"/>
                <a:cs typeface="+mn-cs"/>
              </a:defRPr>
            </a:lvl3pPr>
            <a:lvl4pPr marL="0" indent="0" algn="r" rtl="0" fontAlgn="base">
              <a:spcBef>
                <a:spcPts val="0"/>
              </a:spcBef>
              <a:spcAft>
                <a:spcPct val="0"/>
              </a:spcAft>
              <a:buClr>
                <a:srgbClr val="FFD200"/>
              </a:buClr>
              <a:buSzPct val="75000"/>
              <a:buNone/>
              <a:defRPr lang="en-US" altLang="ko-KR" sz="1000" kern="0" dirty="0" smtClean="0">
                <a:solidFill>
                  <a:schemeClr val="tx1">
                    <a:lumMod val="50000"/>
                  </a:schemeClr>
                </a:solidFill>
                <a:latin typeface="+mn-ea"/>
                <a:ea typeface="+mn-ea"/>
                <a:cs typeface="+mn-cs"/>
              </a:defRPr>
            </a:lvl4pPr>
            <a:lvl5pPr marL="0" indent="0" algn="r" rtl="0" fontAlgn="base">
              <a:spcBef>
                <a:spcPts val="0"/>
              </a:spcBef>
              <a:spcAft>
                <a:spcPct val="0"/>
              </a:spcAft>
              <a:buClr>
                <a:srgbClr val="FFD200"/>
              </a:buClr>
              <a:buSzPct val="75000"/>
              <a:buNone/>
              <a:defRPr lang="ko-KR" altLang="en-US" sz="1000" kern="0" dirty="0">
                <a:solidFill>
                  <a:schemeClr val="tx1">
                    <a:lumMod val="50000"/>
                  </a:schemeClr>
                </a:solidFill>
                <a:latin typeface="+mn-ea"/>
                <a:ea typeface="+mn-ea"/>
                <a:cs typeface="+mn-cs"/>
              </a:defRPr>
            </a:lvl5pPr>
          </a:lstStyle>
          <a:p>
            <a:pPr lvl="0"/>
            <a:r>
              <a:rPr lang="en-US" altLang="ko-KR" dirty="0" smtClean="0"/>
              <a:t>Lev.2 Lev.3 Lev.4 Title</a:t>
            </a:r>
            <a:endParaRPr lang="ko-KR" altLang="en-US" dirty="0"/>
          </a:p>
        </p:txBody>
      </p:sp>
    </p:spTree>
    <p:extLst>
      <p:ext uri="{BB962C8B-B14F-4D97-AF65-F5344CB8AC3E}">
        <p14:creationId xmlns:p14="http://schemas.microsoft.com/office/powerpoint/2010/main" val="298505642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blank" preserve="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431879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ags" Target="../tags/tag2.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1035" name="Line 11"/>
          <p:cNvSpPr>
            <a:spLocks noChangeShapeType="1"/>
          </p:cNvSpPr>
          <p:nvPr/>
        </p:nvSpPr>
        <p:spPr bwMode="auto">
          <a:xfrm>
            <a:off x="273050" y="6578600"/>
            <a:ext cx="9359900" cy="0"/>
          </a:xfrm>
          <a:prstGeom prst="line">
            <a:avLst/>
          </a:prstGeom>
          <a:noFill/>
          <a:ln w="3175">
            <a:solidFill>
              <a:schemeClr val="accent1">
                <a:lumMod val="75000"/>
              </a:schemeClr>
            </a:solidFill>
            <a:round/>
            <a:headEnd/>
            <a:tailEnd/>
          </a:ln>
          <a:effectLst/>
        </p:spPr>
        <p:txBody>
          <a:bodyPr wrap="none" lIns="91434" tIns="45718" rIns="91434" bIns="45718" anchor="ctr"/>
          <a:lstStyle/>
          <a:p>
            <a:pPr latinLnBrk="0">
              <a:lnSpc>
                <a:spcPct val="90000"/>
              </a:lnSpc>
              <a:buClr>
                <a:srgbClr val="7D0900"/>
              </a:buClr>
              <a:defRPr/>
            </a:pPr>
            <a:endParaRPr kumimoji="0" lang="ko-KR" altLang="en-US" dirty="0">
              <a:solidFill>
                <a:srgbClr val="646464"/>
              </a:solidFill>
              <a:latin typeface="나눔고딕" pitchFamily="50" charset="-127"/>
              <a:ea typeface="나눔고딕" pitchFamily="50" charset="-127"/>
            </a:endParaRPr>
          </a:p>
        </p:txBody>
      </p:sp>
      <p:sp>
        <p:nvSpPr>
          <p:cNvPr id="1027" name="TextBox 19"/>
          <p:cNvSpPr txBox="1">
            <a:spLocks noChangeArrowheads="1"/>
          </p:cNvSpPr>
          <p:nvPr userDrawn="1"/>
        </p:nvSpPr>
        <p:spPr bwMode="auto">
          <a:xfrm>
            <a:off x="4991100" y="6613525"/>
            <a:ext cx="3556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4" tIns="45718" rIns="91434" bIns="45718"/>
          <a:lstStyle>
            <a:lvl1pPr eaLnBrk="0" hangingPunct="0">
              <a:defRPr kumimoji="1">
                <a:solidFill>
                  <a:schemeClr val="tx1"/>
                </a:solidFill>
                <a:latin typeface="Arial" charset="0"/>
                <a:ea typeface="굴림" pitchFamily="50" charset="-127"/>
              </a:defRPr>
            </a:lvl1pPr>
            <a:lvl2pPr marL="742950" indent="-285750" eaLnBrk="0" hangingPunct="0">
              <a:defRPr kumimoji="1">
                <a:solidFill>
                  <a:schemeClr val="tx1"/>
                </a:solidFill>
                <a:latin typeface="Arial" charset="0"/>
                <a:ea typeface="굴림" pitchFamily="50" charset="-127"/>
              </a:defRPr>
            </a:lvl2pPr>
            <a:lvl3pPr marL="1143000" indent="-228600" eaLnBrk="0" hangingPunct="0">
              <a:defRPr kumimoji="1">
                <a:solidFill>
                  <a:schemeClr val="tx1"/>
                </a:solidFill>
                <a:latin typeface="Arial" charset="0"/>
                <a:ea typeface="굴림" pitchFamily="50" charset="-127"/>
              </a:defRPr>
            </a:lvl3pPr>
            <a:lvl4pPr marL="1600200" indent="-228600" eaLnBrk="0" hangingPunct="0">
              <a:defRPr kumimoji="1">
                <a:solidFill>
                  <a:schemeClr val="tx1"/>
                </a:solidFill>
                <a:latin typeface="Arial" charset="0"/>
                <a:ea typeface="굴림" pitchFamily="50" charset="-127"/>
              </a:defRPr>
            </a:lvl4pPr>
            <a:lvl5pPr marL="2057400" indent="-228600" eaLnBrk="0" hangingPunct="0">
              <a:defRPr kumimoji="1">
                <a:solidFill>
                  <a:schemeClr val="tx1"/>
                </a:solidFill>
                <a:latin typeface="Arial" charset="0"/>
                <a:ea typeface="굴림" pitchFamily="50" charset="-127"/>
              </a:defRPr>
            </a:lvl5pPr>
            <a:lvl6pPr marL="2514600" indent="-228600" eaLnBrk="0" fontAlgn="base" hangingPunct="0">
              <a:spcBef>
                <a:spcPct val="0"/>
              </a:spcBef>
              <a:spcAft>
                <a:spcPct val="0"/>
              </a:spcAft>
              <a:defRPr kumimoji="1">
                <a:solidFill>
                  <a:schemeClr val="tx1"/>
                </a:solidFill>
                <a:latin typeface="Arial" charset="0"/>
                <a:ea typeface="굴림" pitchFamily="50" charset="-127"/>
              </a:defRPr>
            </a:lvl6pPr>
            <a:lvl7pPr marL="2971800" indent="-228600" eaLnBrk="0" fontAlgn="base" hangingPunct="0">
              <a:spcBef>
                <a:spcPct val="0"/>
              </a:spcBef>
              <a:spcAft>
                <a:spcPct val="0"/>
              </a:spcAft>
              <a:defRPr kumimoji="1">
                <a:solidFill>
                  <a:schemeClr val="tx1"/>
                </a:solidFill>
                <a:latin typeface="Arial" charset="0"/>
                <a:ea typeface="굴림" pitchFamily="50" charset="-127"/>
              </a:defRPr>
            </a:lvl7pPr>
            <a:lvl8pPr marL="3429000" indent="-228600" eaLnBrk="0" fontAlgn="base" hangingPunct="0">
              <a:spcBef>
                <a:spcPct val="0"/>
              </a:spcBef>
              <a:spcAft>
                <a:spcPct val="0"/>
              </a:spcAft>
              <a:defRPr kumimoji="1">
                <a:solidFill>
                  <a:schemeClr val="tx1"/>
                </a:solidFill>
                <a:latin typeface="Arial" charset="0"/>
                <a:ea typeface="굴림" pitchFamily="50" charset="-127"/>
              </a:defRPr>
            </a:lvl8pPr>
            <a:lvl9pPr marL="3886200" indent="-228600" eaLnBrk="0" fontAlgn="base" hangingPunct="0">
              <a:spcBef>
                <a:spcPct val="0"/>
              </a:spcBef>
              <a:spcAft>
                <a:spcPct val="0"/>
              </a:spcAft>
              <a:defRPr kumimoji="1">
                <a:solidFill>
                  <a:schemeClr val="tx1"/>
                </a:solidFill>
                <a:latin typeface="Arial" charset="0"/>
                <a:ea typeface="굴림" pitchFamily="50" charset="-127"/>
              </a:defRPr>
            </a:lvl9pPr>
          </a:lstStyle>
          <a:p>
            <a:pPr algn="ctr" eaLnBrk="1" latinLnBrk="0" hangingPunct="1"/>
            <a:fld id="{C64E92E5-CD45-4384-8691-9106A4F9B511}" type="slidenum">
              <a:rPr kumimoji="0" lang="ko-KR" altLang="en-US" sz="1000">
                <a:solidFill>
                  <a:srgbClr val="646464"/>
                </a:solidFill>
                <a:latin typeface="JBold" pitchFamily="18" charset="-127"/>
                <a:ea typeface="JBold" pitchFamily="18" charset="-127"/>
                <a:cs typeface="JBold" pitchFamily="18" charset="-127"/>
              </a:rPr>
              <a:pPr algn="ctr" eaLnBrk="1" latinLnBrk="0" hangingPunct="1"/>
              <a:t>‹#›</a:t>
            </a:fld>
            <a:endParaRPr kumimoji="0" lang="en-US" altLang="ko-KR" sz="1000" dirty="0">
              <a:solidFill>
                <a:srgbClr val="646464"/>
              </a:solidFill>
              <a:latin typeface="JBold" pitchFamily="18" charset="-127"/>
              <a:ea typeface="JBold" pitchFamily="18" charset="-127"/>
              <a:cs typeface="JBold" pitchFamily="18" charset="-127"/>
            </a:endParaRPr>
          </a:p>
        </p:txBody>
      </p:sp>
      <p:sp>
        <p:nvSpPr>
          <p:cNvPr id="1028" name="AcnBodyText_ID_6"/>
          <p:cNvSpPr>
            <a:spLocks noGrp="1"/>
          </p:cNvSpPr>
          <p:nvPr>
            <p:ph type="body" idx="1"/>
            <p:custDataLst>
              <p:tags r:id="rId5"/>
            </p:custDataLst>
          </p:nvPr>
        </p:nvSpPr>
        <p:spPr bwMode="gray">
          <a:xfrm>
            <a:off x="179388" y="2200275"/>
            <a:ext cx="8780462" cy="335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34" tIns="45718" rIns="91434" bIns="45718" numCol="1" anchor="t" anchorCtr="0" compatLnSpc="1">
            <a:prstTxWarp prst="textNoShape">
              <a:avLst/>
            </a:prstTxWarp>
          </a:body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ko-KR" altLang="en-US" smtClean="0"/>
          </a:p>
        </p:txBody>
      </p:sp>
      <p:sp>
        <p:nvSpPr>
          <p:cNvPr id="1031" name="TextBox 1"/>
          <p:cNvSpPr txBox="1">
            <a:spLocks noChangeArrowheads="1"/>
          </p:cNvSpPr>
          <p:nvPr userDrawn="1"/>
        </p:nvSpPr>
        <p:spPr bwMode="auto">
          <a:xfrm>
            <a:off x="8530262" y="6622384"/>
            <a:ext cx="118686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52388" eaLnBrk="0" hangingPunct="0">
              <a:defRPr kumimoji="1">
                <a:solidFill>
                  <a:schemeClr val="tx1"/>
                </a:solidFill>
                <a:latin typeface="Arial" charset="0"/>
                <a:ea typeface="굴림" pitchFamily="50" charset="-127"/>
              </a:defRPr>
            </a:lvl1pPr>
            <a:lvl2pPr marL="742950" indent="-285750" eaLnBrk="0" hangingPunct="0">
              <a:defRPr kumimoji="1">
                <a:solidFill>
                  <a:schemeClr val="tx1"/>
                </a:solidFill>
                <a:latin typeface="Arial" charset="0"/>
                <a:ea typeface="굴림" pitchFamily="50" charset="-127"/>
              </a:defRPr>
            </a:lvl2pPr>
            <a:lvl3pPr marL="1143000" indent="-228600" eaLnBrk="0" hangingPunct="0">
              <a:defRPr kumimoji="1">
                <a:solidFill>
                  <a:schemeClr val="tx1"/>
                </a:solidFill>
                <a:latin typeface="Arial" charset="0"/>
                <a:ea typeface="굴림" pitchFamily="50" charset="-127"/>
              </a:defRPr>
            </a:lvl3pPr>
            <a:lvl4pPr marL="1600200" indent="-228600" eaLnBrk="0" hangingPunct="0">
              <a:defRPr kumimoji="1">
                <a:solidFill>
                  <a:schemeClr val="tx1"/>
                </a:solidFill>
                <a:latin typeface="Arial" charset="0"/>
                <a:ea typeface="굴림" pitchFamily="50" charset="-127"/>
              </a:defRPr>
            </a:lvl4pPr>
            <a:lvl5pPr marL="2057400" indent="-228600" eaLnBrk="0" hangingPunct="0">
              <a:defRPr kumimoji="1">
                <a:solidFill>
                  <a:schemeClr val="tx1"/>
                </a:solidFill>
                <a:latin typeface="Arial" charset="0"/>
                <a:ea typeface="굴림" pitchFamily="50" charset="-127"/>
              </a:defRPr>
            </a:lvl5pPr>
            <a:lvl6pPr marL="2514600" indent="-228600" eaLnBrk="0" fontAlgn="base" hangingPunct="0">
              <a:spcBef>
                <a:spcPct val="0"/>
              </a:spcBef>
              <a:spcAft>
                <a:spcPct val="0"/>
              </a:spcAft>
              <a:defRPr kumimoji="1">
                <a:solidFill>
                  <a:schemeClr val="tx1"/>
                </a:solidFill>
                <a:latin typeface="Arial" charset="0"/>
                <a:ea typeface="굴림" pitchFamily="50" charset="-127"/>
              </a:defRPr>
            </a:lvl6pPr>
            <a:lvl7pPr marL="2971800" indent="-228600" eaLnBrk="0" fontAlgn="base" hangingPunct="0">
              <a:spcBef>
                <a:spcPct val="0"/>
              </a:spcBef>
              <a:spcAft>
                <a:spcPct val="0"/>
              </a:spcAft>
              <a:defRPr kumimoji="1">
                <a:solidFill>
                  <a:schemeClr val="tx1"/>
                </a:solidFill>
                <a:latin typeface="Arial" charset="0"/>
                <a:ea typeface="굴림" pitchFamily="50" charset="-127"/>
              </a:defRPr>
            </a:lvl7pPr>
            <a:lvl8pPr marL="3429000" indent="-228600" eaLnBrk="0" fontAlgn="base" hangingPunct="0">
              <a:spcBef>
                <a:spcPct val="0"/>
              </a:spcBef>
              <a:spcAft>
                <a:spcPct val="0"/>
              </a:spcAft>
              <a:defRPr kumimoji="1">
                <a:solidFill>
                  <a:schemeClr val="tx1"/>
                </a:solidFill>
                <a:latin typeface="Arial" charset="0"/>
                <a:ea typeface="굴림" pitchFamily="50" charset="-127"/>
              </a:defRPr>
            </a:lvl8pPr>
            <a:lvl9pPr marL="3886200" indent="-228600" eaLnBrk="0" fontAlgn="base" hangingPunct="0">
              <a:spcBef>
                <a:spcPct val="0"/>
              </a:spcBef>
              <a:spcAft>
                <a:spcPct val="0"/>
              </a:spcAft>
              <a:defRPr kumimoji="1">
                <a:solidFill>
                  <a:schemeClr val="tx1"/>
                </a:solidFill>
                <a:latin typeface="Arial" charset="0"/>
                <a:ea typeface="굴림" pitchFamily="50" charset="-127"/>
              </a:defRPr>
            </a:lvl9pPr>
          </a:lstStyle>
          <a:p>
            <a:pPr algn="r" eaLnBrk="1" hangingPunct="1">
              <a:spcBef>
                <a:spcPct val="20000"/>
              </a:spcBef>
              <a:buClr>
                <a:srgbClr val="FFD200"/>
              </a:buClr>
              <a:buSzPct val="75000"/>
              <a:buFont typeface="Arial" charset="0"/>
              <a:buNone/>
            </a:pPr>
            <a:r>
              <a:rPr lang="ko-KR" altLang="en-US" sz="800" b="1" dirty="0" smtClean="0">
                <a:solidFill>
                  <a:schemeClr val="accent1">
                    <a:lumMod val="75000"/>
                  </a:schemeClr>
                </a:solidFill>
                <a:latin typeface="+mn-ea"/>
                <a:ea typeface="+mn-ea"/>
                <a:cs typeface="JBold" pitchFamily="18" charset="-127"/>
              </a:rPr>
              <a:t>경영기획실 </a:t>
            </a:r>
            <a:r>
              <a:rPr lang="ko-KR" altLang="en-US" sz="800" b="1" dirty="0" smtClean="0">
                <a:solidFill>
                  <a:schemeClr val="accent1">
                    <a:lumMod val="75000"/>
                  </a:schemeClr>
                </a:solidFill>
                <a:latin typeface="+mn-ea"/>
                <a:ea typeface="+mn-ea"/>
                <a:cs typeface="JBold" panose="020B0600000101010101" charset="-127"/>
              </a:rPr>
              <a:t>패션</a:t>
            </a:r>
            <a:r>
              <a:rPr lang="en-US" altLang="ko-KR" sz="800" b="1" dirty="0" smtClean="0">
                <a:solidFill>
                  <a:schemeClr val="accent1">
                    <a:lumMod val="75000"/>
                  </a:schemeClr>
                </a:solidFill>
                <a:latin typeface="+mn-ea"/>
                <a:ea typeface="+mn-ea"/>
                <a:cs typeface="JBold" panose="020B0600000101010101" charset="-127"/>
              </a:rPr>
              <a:t>IT</a:t>
            </a:r>
            <a:r>
              <a:rPr lang="ko-KR" altLang="en-US" sz="800" b="1" dirty="0" smtClean="0">
                <a:solidFill>
                  <a:schemeClr val="accent1">
                    <a:lumMod val="75000"/>
                  </a:schemeClr>
                </a:solidFill>
                <a:latin typeface="+mn-ea"/>
                <a:ea typeface="+mn-ea"/>
                <a:cs typeface="JBold" panose="020B0600000101010101" charset="-127"/>
              </a:rPr>
              <a:t>팀</a:t>
            </a:r>
            <a:endParaRPr lang="ko-KR" altLang="en-US" sz="800" b="1" dirty="0">
              <a:solidFill>
                <a:schemeClr val="accent1">
                  <a:lumMod val="75000"/>
                </a:schemeClr>
              </a:solidFill>
              <a:latin typeface="+mn-ea"/>
              <a:ea typeface="+mn-ea"/>
              <a:cs typeface="JBold" panose="020B0600000101010101" charset="-127"/>
            </a:endParaRPr>
          </a:p>
        </p:txBody>
      </p:sp>
      <p:cxnSp>
        <p:nvCxnSpPr>
          <p:cNvPr id="9" name="Straight Connector 11"/>
          <p:cNvCxnSpPr>
            <a:cxnSpLocks noChangeShapeType="1"/>
          </p:cNvCxnSpPr>
          <p:nvPr userDrawn="1"/>
        </p:nvCxnSpPr>
        <p:spPr bwMode="auto">
          <a:xfrm rot="16200000">
            <a:off x="9570535" y="325232"/>
            <a:ext cx="396000" cy="0"/>
          </a:xfrm>
          <a:prstGeom prst="line">
            <a:avLst/>
          </a:prstGeom>
          <a:noFill/>
          <a:ln w="57150" algn="ctr">
            <a:solidFill>
              <a:schemeClr val="accent1">
                <a:lumMod val="75000"/>
              </a:schemeClr>
            </a:solidFill>
            <a:round/>
            <a:headEnd/>
            <a:tailEnd/>
          </a:ln>
        </p:spPr>
      </p:cxnSp>
      <p:sp>
        <p:nvSpPr>
          <p:cNvPr id="10" name="Line 11"/>
          <p:cNvSpPr>
            <a:spLocks noChangeShapeType="1"/>
          </p:cNvSpPr>
          <p:nvPr userDrawn="1"/>
        </p:nvSpPr>
        <p:spPr bwMode="auto">
          <a:xfrm>
            <a:off x="227475" y="668186"/>
            <a:ext cx="9469986" cy="0"/>
          </a:xfrm>
          <a:prstGeom prst="line">
            <a:avLst/>
          </a:prstGeom>
          <a:noFill/>
          <a:ln w="28575">
            <a:solidFill>
              <a:schemeClr val="accent1">
                <a:lumMod val="75000"/>
              </a:schemeClr>
            </a:solidFill>
            <a:round/>
            <a:headEnd/>
            <a:tailEnd/>
          </a:ln>
          <a:effectLst/>
        </p:spPr>
        <p:txBody>
          <a:bodyPr wrap="none" lIns="91434" tIns="45718" rIns="91434" bIns="45718" anchor="ctr"/>
          <a:lstStyle/>
          <a:p>
            <a:pPr latinLnBrk="0">
              <a:lnSpc>
                <a:spcPct val="90000"/>
              </a:lnSpc>
              <a:buClr>
                <a:srgbClr val="7D0900"/>
              </a:buClr>
              <a:defRPr/>
            </a:pPr>
            <a:endParaRPr kumimoji="0" lang="ko-KR" altLang="en-US" dirty="0">
              <a:solidFill>
                <a:srgbClr val="646464"/>
              </a:solidFill>
              <a:latin typeface="나눔고딕" pitchFamily="50" charset="-127"/>
              <a:ea typeface="나눔고딕" pitchFamily="50" charset="-127"/>
            </a:endParaRPr>
          </a:p>
        </p:txBody>
      </p:sp>
      <p:pic>
        <p:nvPicPr>
          <p:cNvPr id="11" name="그림 10"/>
          <p:cNvPicPr>
            <a:picLocks noChangeAspect="1"/>
          </p:cNvPicPr>
          <p:nvPr userDrawn="1"/>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16224" y="6630114"/>
            <a:ext cx="2052000" cy="192700"/>
          </a:xfrm>
          <a:prstGeom prst="rect">
            <a:avLst/>
          </a:prstGeom>
        </p:spPr>
      </p:pic>
    </p:spTree>
  </p:cSld>
  <p:clrMap bg1="lt1" tx1="dk1" bg2="lt2" tx2="dk2" accent1="accent1" accent2="accent2" accent3="accent3" accent4="accent4" accent5="accent5" accent6="accent6" hlink="hlink" folHlink="folHlink"/>
  <p:sldLayoutIdLst>
    <p:sldLayoutId id="2147484458" r:id="rId1"/>
    <p:sldLayoutId id="2147484456" r:id="rId2"/>
    <p:sldLayoutId id="2147484457" r:id="rId3"/>
  </p:sldLayoutIdLst>
  <p:timing>
    <p:tnLst>
      <p:par>
        <p:cTn id="1" dur="indefinite" restart="never" nodeType="tmRoot"/>
      </p:par>
    </p:tnLst>
  </p:timing>
  <p:txStyles>
    <p:titleStyle>
      <a:lvl1pPr algn="l" rtl="0" eaLnBrk="0" fontAlgn="base" latinLnBrk="1" hangingPunct="0">
        <a:lnSpc>
          <a:spcPct val="85000"/>
        </a:lnSpc>
        <a:spcBef>
          <a:spcPct val="0"/>
        </a:spcBef>
        <a:spcAft>
          <a:spcPct val="0"/>
        </a:spcAft>
        <a:defRPr sz="3000" b="1">
          <a:solidFill>
            <a:srgbClr val="646464"/>
          </a:solidFill>
          <a:latin typeface="+mj-lt"/>
          <a:ea typeface="+mj-ea"/>
          <a:cs typeface="+mj-cs"/>
        </a:defRPr>
      </a:lvl1pPr>
      <a:lvl2pPr algn="l" rtl="0" eaLnBrk="0" fontAlgn="base" latinLnBrk="1" hangingPunct="0">
        <a:lnSpc>
          <a:spcPct val="85000"/>
        </a:lnSpc>
        <a:spcBef>
          <a:spcPct val="0"/>
        </a:spcBef>
        <a:spcAft>
          <a:spcPct val="0"/>
        </a:spcAft>
        <a:defRPr sz="3000" b="1">
          <a:solidFill>
            <a:srgbClr val="646464"/>
          </a:solidFill>
          <a:latin typeface="Arial" charset="0"/>
          <a:ea typeface="맑은 고딕" pitchFamily="50" charset="-127"/>
        </a:defRPr>
      </a:lvl2pPr>
      <a:lvl3pPr algn="l" rtl="0" eaLnBrk="0" fontAlgn="base" latinLnBrk="1" hangingPunct="0">
        <a:lnSpc>
          <a:spcPct val="85000"/>
        </a:lnSpc>
        <a:spcBef>
          <a:spcPct val="0"/>
        </a:spcBef>
        <a:spcAft>
          <a:spcPct val="0"/>
        </a:spcAft>
        <a:defRPr sz="3000" b="1">
          <a:solidFill>
            <a:srgbClr val="646464"/>
          </a:solidFill>
          <a:latin typeface="Arial" charset="0"/>
          <a:ea typeface="맑은 고딕" pitchFamily="50" charset="-127"/>
        </a:defRPr>
      </a:lvl3pPr>
      <a:lvl4pPr algn="l" rtl="0" eaLnBrk="0" fontAlgn="base" latinLnBrk="1" hangingPunct="0">
        <a:lnSpc>
          <a:spcPct val="85000"/>
        </a:lnSpc>
        <a:spcBef>
          <a:spcPct val="0"/>
        </a:spcBef>
        <a:spcAft>
          <a:spcPct val="0"/>
        </a:spcAft>
        <a:defRPr sz="3000" b="1">
          <a:solidFill>
            <a:srgbClr val="646464"/>
          </a:solidFill>
          <a:latin typeface="Arial" charset="0"/>
          <a:ea typeface="맑은 고딕" pitchFamily="50" charset="-127"/>
        </a:defRPr>
      </a:lvl4pPr>
      <a:lvl5pPr algn="l" rtl="0" eaLnBrk="0" fontAlgn="base" latinLnBrk="1" hangingPunct="0">
        <a:lnSpc>
          <a:spcPct val="85000"/>
        </a:lnSpc>
        <a:spcBef>
          <a:spcPct val="0"/>
        </a:spcBef>
        <a:spcAft>
          <a:spcPct val="0"/>
        </a:spcAft>
        <a:defRPr sz="3000" b="1">
          <a:solidFill>
            <a:srgbClr val="646464"/>
          </a:solidFill>
          <a:latin typeface="Arial" charset="0"/>
          <a:ea typeface="맑은 고딕" pitchFamily="50" charset="-127"/>
        </a:defRPr>
      </a:lvl5pPr>
      <a:lvl6pPr marL="457171" algn="l" rtl="0" eaLnBrk="1" fontAlgn="base" latinLnBrk="1" hangingPunct="1">
        <a:lnSpc>
          <a:spcPct val="85000"/>
        </a:lnSpc>
        <a:spcBef>
          <a:spcPct val="0"/>
        </a:spcBef>
        <a:spcAft>
          <a:spcPct val="0"/>
        </a:spcAft>
        <a:defRPr sz="3000" b="1">
          <a:solidFill>
            <a:srgbClr val="646464"/>
          </a:solidFill>
          <a:latin typeface="Arial" charset="0"/>
        </a:defRPr>
      </a:lvl6pPr>
      <a:lvl7pPr marL="914342" algn="l" rtl="0" eaLnBrk="1" fontAlgn="base" latinLnBrk="1" hangingPunct="1">
        <a:lnSpc>
          <a:spcPct val="85000"/>
        </a:lnSpc>
        <a:spcBef>
          <a:spcPct val="0"/>
        </a:spcBef>
        <a:spcAft>
          <a:spcPct val="0"/>
        </a:spcAft>
        <a:defRPr sz="3000" b="1">
          <a:solidFill>
            <a:srgbClr val="646464"/>
          </a:solidFill>
          <a:latin typeface="Arial" charset="0"/>
        </a:defRPr>
      </a:lvl7pPr>
      <a:lvl8pPr marL="1371513" algn="l" rtl="0" eaLnBrk="1" fontAlgn="base" latinLnBrk="1" hangingPunct="1">
        <a:lnSpc>
          <a:spcPct val="85000"/>
        </a:lnSpc>
        <a:spcBef>
          <a:spcPct val="0"/>
        </a:spcBef>
        <a:spcAft>
          <a:spcPct val="0"/>
        </a:spcAft>
        <a:defRPr sz="3000" b="1">
          <a:solidFill>
            <a:srgbClr val="646464"/>
          </a:solidFill>
          <a:latin typeface="Arial" charset="0"/>
        </a:defRPr>
      </a:lvl8pPr>
      <a:lvl9pPr marL="1828684" algn="l" rtl="0" eaLnBrk="1" fontAlgn="base" latinLnBrk="1" hangingPunct="1">
        <a:lnSpc>
          <a:spcPct val="85000"/>
        </a:lnSpc>
        <a:spcBef>
          <a:spcPct val="0"/>
        </a:spcBef>
        <a:spcAft>
          <a:spcPct val="0"/>
        </a:spcAft>
        <a:defRPr sz="3000" b="1">
          <a:solidFill>
            <a:srgbClr val="646464"/>
          </a:solidFill>
          <a:latin typeface="Arial" charset="0"/>
        </a:defRPr>
      </a:lvl9pPr>
    </p:titleStyle>
    <p:bodyStyle>
      <a:lvl1pPr marL="358775" indent="-358775" algn="l" rtl="0" eaLnBrk="0" fontAlgn="base" latinLnBrk="1" hangingPunct="0">
        <a:spcBef>
          <a:spcPct val="20000"/>
        </a:spcBef>
        <a:spcAft>
          <a:spcPct val="0"/>
        </a:spcAft>
        <a:buClr>
          <a:srgbClr val="FFD200"/>
        </a:buClr>
        <a:buSzPct val="75000"/>
        <a:buFont typeface="Arial" charset="0"/>
        <a:buChar char="•"/>
        <a:defRPr sz="1400">
          <a:solidFill>
            <a:schemeClr val="tx1"/>
          </a:solidFill>
          <a:latin typeface="나눔고딕" pitchFamily="50" charset="-127"/>
          <a:ea typeface="나눔고딕" pitchFamily="50" charset="-127"/>
          <a:cs typeface="+mn-cs"/>
        </a:defRPr>
      </a:lvl1pPr>
      <a:lvl2pPr marL="715963" indent="-354013" algn="l" rtl="0" eaLnBrk="0" fontAlgn="base" latinLnBrk="1" hangingPunct="0">
        <a:spcBef>
          <a:spcPct val="20000"/>
        </a:spcBef>
        <a:spcAft>
          <a:spcPct val="0"/>
        </a:spcAft>
        <a:buClr>
          <a:srgbClr val="FFD200"/>
        </a:buClr>
        <a:buSzPct val="75000"/>
        <a:buFont typeface="Arial" charset="0"/>
        <a:buChar char="–"/>
        <a:defRPr sz="1400">
          <a:solidFill>
            <a:schemeClr val="tx1"/>
          </a:solidFill>
          <a:latin typeface="나눔고딕" pitchFamily="50" charset="-127"/>
          <a:ea typeface="나눔고딕" pitchFamily="50" charset="-127"/>
        </a:defRPr>
      </a:lvl2pPr>
      <a:lvl3pPr marL="1079500" indent="-360363" algn="l" rtl="0" eaLnBrk="0" fontAlgn="base" latinLnBrk="1" hangingPunct="0">
        <a:spcBef>
          <a:spcPct val="20000"/>
        </a:spcBef>
        <a:spcAft>
          <a:spcPct val="0"/>
        </a:spcAft>
        <a:buClr>
          <a:srgbClr val="FFD200"/>
        </a:buClr>
        <a:buSzPct val="75000"/>
        <a:buFont typeface="Arial" charset="0"/>
        <a:buChar char="•"/>
        <a:defRPr sz="1400">
          <a:solidFill>
            <a:schemeClr val="tx1"/>
          </a:solidFill>
          <a:latin typeface="나눔고딕" pitchFamily="50" charset="-127"/>
          <a:ea typeface="나눔고딕" pitchFamily="50" charset="-127"/>
        </a:defRPr>
      </a:lvl3pPr>
      <a:lvl4pPr marL="1439863" indent="-357188" algn="l" rtl="0" eaLnBrk="0" fontAlgn="base" latinLnBrk="1" hangingPunct="0">
        <a:spcBef>
          <a:spcPct val="20000"/>
        </a:spcBef>
        <a:spcAft>
          <a:spcPct val="0"/>
        </a:spcAft>
        <a:buClr>
          <a:srgbClr val="FFD200"/>
        </a:buClr>
        <a:buSzPct val="75000"/>
        <a:buFont typeface="Arial" charset="0"/>
        <a:buChar char="–"/>
        <a:defRPr sz="1400">
          <a:solidFill>
            <a:schemeClr val="tx1"/>
          </a:solidFill>
          <a:latin typeface="나눔고딕" pitchFamily="50" charset="-127"/>
          <a:ea typeface="나눔고딕" pitchFamily="50" charset="-127"/>
        </a:defRPr>
      </a:lvl4pPr>
      <a:lvl5pPr marL="1798638" indent="-355600" algn="l" rtl="0" eaLnBrk="0" fontAlgn="base" latinLnBrk="1" hangingPunct="0">
        <a:spcBef>
          <a:spcPct val="20000"/>
        </a:spcBef>
        <a:spcAft>
          <a:spcPct val="0"/>
        </a:spcAft>
        <a:buClr>
          <a:srgbClr val="FFD200"/>
        </a:buClr>
        <a:buSzPct val="75000"/>
        <a:buFont typeface="Arial" charset="0"/>
        <a:buChar char="»"/>
        <a:defRPr sz="1400">
          <a:solidFill>
            <a:schemeClr val="tx1"/>
          </a:solidFill>
          <a:latin typeface="나눔고딕" pitchFamily="50" charset="-127"/>
          <a:ea typeface="나눔고딕" pitchFamily="50" charset="-127"/>
        </a:defRPr>
      </a:lvl5pPr>
      <a:lvl6pPr marL="2257282" indent="-357165" algn="l" rtl="0" eaLnBrk="1" fontAlgn="base" latinLnBrk="1" hangingPunct="1">
        <a:spcBef>
          <a:spcPct val="20000"/>
        </a:spcBef>
        <a:spcAft>
          <a:spcPct val="0"/>
        </a:spcAft>
        <a:buClr>
          <a:srgbClr val="FFD200"/>
        </a:buClr>
        <a:buSzPct val="75000"/>
        <a:buFont typeface="Arial" charset="0"/>
        <a:buChar char="►"/>
        <a:defRPr sz="1600">
          <a:solidFill>
            <a:srgbClr val="646464"/>
          </a:solidFill>
          <a:latin typeface="+mn-lt"/>
        </a:defRPr>
      </a:lvl6pPr>
      <a:lvl7pPr marL="2714453" indent="-357165" algn="l" rtl="0" eaLnBrk="1" fontAlgn="base" latinLnBrk="1" hangingPunct="1">
        <a:spcBef>
          <a:spcPct val="20000"/>
        </a:spcBef>
        <a:spcAft>
          <a:spcPct val="0"/>
        </a:spcAft>
        <a:buClr>
          <a:srgbClr val="FFD200"/>
        </a:buClr>
        <a:buSzPct val="75000"/>
        <a:buFont typeface="Arial" charset="0"/>
        <a:buChar char="►"/>
        <a:defRPr sz="1600">
          <a:solidFill>
            <a:srgbClr val="646464"/>
          </a:solidFill>
          <a:latin typeface="+mn-lt"/>
        </a:defRPr>
      </a:lvl7pPr>
      <a:lvl8pPr marL="3171625" indent="-357165" algn="l" rtl="0" eaLnBrk="1" fontAlgn="base" latinLnBrk="1" hangingPunct="1">
        <a:spcBef>
          <a:spcPct val="20000"/>
        </a:spcBef>
        <a:spcAft>
          <a:spcPct val="0"/>
        </a:spcAft>
        <a:buClr>
          <a:srgbClr val="FFD200"/>
        </a:buClr>
        <a:buSzPct val="75000"/>
        <a:buFont typeface="Arial" charset="0"/>
        <a:buChar char="►"/>
        <a:defRPr sz="1600">
          <a:solidFill>
            <a:srgbClr val="646464"/>
          </a:solidFill>
          <a:latin typeface="+mn-lt"/>
        </a:defRPr>
      </a:lvl8pPr>
      <a:lvl9pPr marL="3628796" indent="-357165" algn="l" rtl="0" eaLnBrk="1" fontAlgn="base" latinLnBrk="1" hangingPunct="1">
        <a:spcBef>
          <a:spcPct val="20000"/>
        </a:spcBef>
        <a:spcAft>
          <a:spcPct val="0"/>
        </a:spcAft>
        <a:buClr>
          <a:srgbClr val="FFD200"/>
        </a:buClr>
        <a:buSzPct val="75000"/>
        <a:buFont typeface="Arial" charset="0"/>
        <a:buChar char="►"/>
        <a:defRPr sz="1600">
          <a:solidFill>
            <a:srgbClr val="646464"/>
          </a:solidFill>
          <a:latin typeface="+mn-lt"/>
        </a:defRPr>
      </a:lvl9pPr>
    </p:bodyStyle>
    <p:otherStyle>
      <a:defPPr>
        <a:defRPr lang="ko-KR"/>
      </a:defPPr>
      <a:lvl1pPr marL="0" algn="l" defTabSz="914342" rtl="0" eaLnBrk="1" latinLnBrk="1" hangingPunct="1">
        <a:defRPr sz="1800" kern="1200">
          <a:solidFill>
            <a:schemeClr val="tx1"/>
          </a:solidFill>
          <a:latin typeface="+mn-lt"/>
          <a:ea typeface="+mn-ea"/>
          <a:cs typeface="+mn-cs"/>
        </a:defRPr>
      </a:lvl1pPr>
      <a:lvl2pPr marL="457171" algn="l" defTabSz="914342" rtl="0" eaLnBrk="1" latinLnBrk="1" hangingPunct="1">
        <a:defRPr sz="1800" kern="1200">
          <a:solidFill>
            <a:schemeClr val="tx1"/>
          </a:solidFill>
          <a:latin typeface="+mn-lt"/>
          <a:ea typeface="+mn-ea"/>
          <a:cs typeface="+mn-cs"/>
        </a:defRPr>
      </a:lvl2pPr>
      <a:lvl3pPr marL="914342" algn="l" defTabSz="914342" rtl="0" eaLnBrk="1" latinLnBrk="1" hangingPunct="1">
        <a:defRPr sz="1800" kern="1200">
          <a:solidFill>
            <a:schemeClr val="tx1"/>
          </a:solidFill>
          <a:latin typeface="+mn-lt"/>
          <a:ea typeface="+mn-ea"/>
          <a:cs typeface="+mn-cs"/>
        </a:defRPr>
      </a:lvl3pPr>
      <a:lvl4pPr marL="1371513" algn="l" defTabSz="914342" rtl="0" eaLnBrk="1" latinLnBrk="1" hangingPunct="1">
        <a:defRPr sz="1800" kern="1200">
          <a:solidFill>
            <a:schemeClr val="tx1"/>
          </a:solidFill>
          <a:latin typeface="+mn-lt"/>
          <a:ea typeface="+mn-ea"/>
          <a:cs typeface="+mn-cs"/>
        </a:defRPr>
      </a:lvl4pPr>
      <a:lvl5pPr marL="1828684" algn="l" defTabSz="914342" rtl="0" eaLnBrk="1" latinLnBrk="1" hangingPunct="1">
        <a:defRPr sz="1800" kern="1200">
          <a:solidFill>
            <a:schemeClr val="tx1"/>
          </a:solidFill>
          <a:latin typeface="+mn-lt"/>
          <a:ea typeface="+mn-ea"/>
          <a:cs typeface="+mn-cs"/>
        </a:defRPr>
      </a:lvl5pPr>
      <a:lvl6pPr marL="2285855" algn="l" defTabSz="914342" rtl="0" eaLnBrk="1" latinLnBrk="1" hangingPunct="1">
        <a:defRPr sz="1800" kern="1200">
          <a:solidFill>
            <a:schemeClr val="tx1"/>
          </a:solidFill>
          <a:latin typeface="+mn-lt"/>
          <a:ea typeface="+mn-ea"/>
          <a:cs typeface="+mn-cs"/>
        </a:defRPr>
      </a:lvl6pPr>
      <a:lvl7pPr marL="2743026" algn="l" defTabSz="914342" rtl="0" eaLnBrk="1" latinLnBrk="1" hangingPunct="1">
        <a:defRPr sz="1800" kern="1200">
          <a:solidFill>
            <a:schemeClr val="tx1"/>
          </a:solidFill>
          <a:latin typeface="+mn-lt"/>
          <a:ea typeface="+mn-ea"/>
          <a:cs typeface="+mn-cs"/>
        </a:defRPr>
      </a:lvl7pPr>
      <a:lvl8pPr marL="3200198" algn="l" defTabSz="914342" rtl="0" eaLnBrk="1" latinLnBrk="1" hangingPunct="1">
        <a:defRPr sz="1800" kern="1200">
          <a:solidFill>
            <a:schemeClr val="tx1"/>
          </a:solidFill>
          <a:latin typeface="+mn-lt"/>
          <a:ea typeface="+mn-ea"/>
          <a:cs typeface="+mn-cs"/>
        </a:defRPr>
      </a:lvl8pPr>
      <a:lvl9pPr marL="3657369" algn="l" defTabSz="914342"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p:cNvSpPr/>
          <p:nvPr/>
        </p:nvSpPr>
        <p:spPr>
          <a:xfrm>
            <a:off x="6281983" y="5167325"/>
            <a:ext cx="2857520" cy="61912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tIns="0" bIns="180000" rtlCol="0" anchor="ctr" anchorCtr="0"/>
          <a:lstStyle/>
          <a:p>
            <a:pPr algn="r">
              <a:lnSpc>
                <a:spcPct val="200000"/>
              </a:lnSpc>
            </a:pPr>
            <a:r>
              <a:rPr lang="ko-KR" altLang="en-US" dirty="0" smtClean="0">
                <a:solidFill>
                  <a:schemeClr val="tx1"/>
                </a:solidFill>
                <a:latin typeface="+mn-ea"/>
                <a:cs typeface="JBold" pitchFamily="18" charset="-127"/>
              </a:rPr>
              <a:t>경영기획실 패션</a:t>
            </a:r>
            <a:r>
              <a:rPr lang="en-US" altLang="ko-KR" dirty="0" smtClean="0">
                <a:solidFill>
                  <a:schemeClr val="tx1"/>
                </a:solidFill>
                <a:latin typeface="+mn-ea"/>
                <a:cs typeface="JBold" pitchFamily="18" charset="-127"/>
              </a:rPr>
              <a:t>IT</a:t>
            </a:r>
            <a:r>
              <a:rPr lang="ko-KR" altLang="en-US" dirty="0" smtClean="0">
                <a:solidFill>
                  <a:schemeClr val="tx1"/>
                </a:solidFill>
                <a:latin typeface="+mn-ea"/>
                <a:cs typeface="JBold" pitchFamily="18" charset="-127"/>
              </a:rPr>
              <a:t>팀</a:t>
            </a:r>
          </a:p>
        </p:txBody>
      </p:sp>
      <p:sp>
        <p:nvSpPr>
          <p:cNvPr id="6" name="직사각형 5"/>
          <p:cNvSpPr/>
          <p:nvPr/>
        </p:nvSpPr>
        <p:spPr>
          <a:xfrm>
            <a:off x="6686796" y="5667391"/>
            <a:ext cx="2452707" cy="61912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r">
              <a:lnSpc>
                <a:spcPct val="200000"/>
              </a:lnSpc>
            </a:pPr>
            <a:r>
              <a:rPr lang="en-US" altLang="ko-KR" sz="1400" dirty="0" smtClean="0">
                <a:solidFill>
                  <a:schemeClr val="bg1">
                    <a:lumMod val="65000"/>
                  </a:schemeClr>
                </a:solidFill>
                <a:latin typeface="+mn-ea"/>
                <a:cs typeface="JBold" pitchFamily="18" charset="-127"/>
              </a:rPr>
              <a:t>2023.11.13</a:t>
            </a:r>
          </a:p>
        </p:txBody>
      </p:sp>
      <p:sp>
        <p:nvSpPr>
          <p:cNvPr id="2" name="제목 1"/>
          <p:cNvSpPr>
            <a:spLocks noGrp="1"/>
          </p:cNvSpPr>
          <p:nvPr>
            <p:ph type="ctrTitle"/>
          </p:nvPr>
        </p:nvSpPr>
        <p:spPr>
          <a:xfrm>
            <a:off x="4607505" y="3338990"/>
            <a:ext cx="4531998" cy="464741"/>
          </a:xfrm>
        </p:spPr>
        <p:txBody>
          <a:bodyPr/>
          <a:lstStyle/>
          <a:p>
            <a:pPr algn="r"/>
            <a:r>
              <a:rPr lang="ko-KR" altLang="en-US" dirty="0" smtClean="0">
                <a:solidFill>
                  <a:schemeClr val="tx1"/>
                </a:solidFill>
                <a:latin typeface="+mn-ea"/>
                <a:ea typeface="+mn-ea"/>
                <a:cs typeface="JBold" pitchFamily="18" charset="-127"/>
              </a:rPr>
              <a:t>패션</a:t>
            </a:r>
            <a:r>
              <a:rPr lang="en-US" altLang="ko-KR" dirty="0" smtClean="0">
                <a:solidFill>
                  <a:schemeClr val="tx1"/>
                </a:solidFill>
                <a:latin typeface="+mn-ea"/>
                <a:ea typeface="+mn-ea"/>
                <a:cs typeface="JBold" pitchFamily="18" charset="-127"/>
              </a:rPr>
              <a:t>IT</a:t>
            </a:r>
            <a:r>
              <a:rPr lang="ko-KR" altLang="en-US" dirty="0" smtClean="0">
                <a:solidFill>
                  <a:schemeClr val="tx1"/>
                </a:solidFill>
                <a:latin typeface="+mn-ea"/>
                <a:ea typeface="+mn-ea"/>
                <a:cs typeface="JBold" pitchFamily="18" charset="-127"/>
              </a:rPr>
              <a:t>팀 시스템 구성도</a:t>
            </a:r>
            <a:endParaRPr lang="ko-KR" altLang="en-US" sz="2000" dirty="0">
              <a:solidFill>
                <a:schemeClr val="tx1"/>
              </a:solidFill>
              <a:latin typeface="+mn-ea"/>
              <a:ea typeface="+mn-ea"/>
              <a:cs typeface="JBold" pitchFamily="18" charset="-127"/>
            </a:endParaRPr>
          </a:p>
        </p:txBody>
      </p:sp>
      <p:cxnSp>
        <p:nvCxnSpPr>
          <p:cNvPr id="10" name="직선 연결선 9"/>
          <p:cNvCxnSpPr/>
          <p:nvPr/>
        </p:nvCxnSpPr>
        <p:spPr bwMode="auto">
          <a:xfrm>
            <a:off x="0" y="3143248"/>
            <a:ext cx="9768535"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3"/>
          <p:cNvSpPr>
            <a:spLocks noGrp="1"/>
          </p:cNvSpPr>
          <p:nvPr>
            <p:ph idx="1"/>
          </p:nvPr>
        </p:nvSpPr>
        <p:spPr>
          <a:xfrm>
            <a:off x="272480" y="728700"/>
            <a:ext cx="9359900" cy="261606"/>
          </a:xfrm>
        </p:spPr>
        <p:txBody>
          <a:bodyPr/>
          <a:lstStyle/>
          <a:p>
            <a:r>
              <a:rPr lang="ko-KR" altLang="en-US" sz="1100" dirty="0" smtClean="0">
                <a:latin typeface="+mn-ea"/>
                <a:ea typeface="+mn-ea"/>
              </a:rPr>
              <a:t>패션영업시스템</a:t>
            </a:r>
            <a:r>
              <a:rPr lang="en-US" altLang="ko-KR" sz="1100" dirty="0" smtClean="0">
                <a:latin typeface="+mn-ea"/>
              </a:rPr>
              <a:t>(</a:t>
            </a:r>
            <a:r>
              <a:rPr lang="en-US" altLang="ko-KR" sz="1100" dirty="0">
                <a:latin typeface="+mn-ea"/>
              </a:rPr>
              <a:t>FONE, AONE)</a:t>
            </a:r>
            <a:r>
              <a:rPr lang="ko-KR" altLang="en-US" sz="1100" dirty="0" smtClean="0">
                <a:latin typeface="+mn-ea"/>
                <a:ea typeface="+mn-ea"/>
              </a:rPr>
              <a:t> </a:t>
            </a:r>
            <a:r>
              <a:rPr lang="ko-KR" altLang="en-US" sz="1100" dirty="0">
                <a:latin typeface="+mn-ea"/>
                <a:ea typeface="+mn-ea"/>
              </a:rPr>
              <a:t>구성도</a:t>
            </a:r>
            <a:endParaRPr lang="ko-KR" altLang="en-US" sz="1200" dirty="0">
              <a:latin typeface="+mn-ea"/>
              <a:ea typeface="+mn-ea"/>
            </a:endParaRPr>
          </a:p>
        </p:txBody>
      </p:sp>
      <p:sp>
        <p:nvSpPr>
          <p:cNvPr id="9502" name="제목 2"/>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anchor="t" anchorCtr="0" compatLnSpc="1">
            <a:prstTxWarp prst="textNoShape">
              <a:avLst/>
            </a:prstTxWarp>
          </a:bodyPr>
          <a:lstStyle/>
          <a:p>
            <a:r>
              <a:rPr lang="ko-KR" altLang="en-US" dirty="0" smtClean="0">
                <a:latin typeface="+mn-ea"/>
                <a:ea typeface="+mn-ea"/>
              </a:rPr>
              <a:t>패션영업시스템 서버 구성도</a:t>
            </a:r>
          </a:p>
        </p:txBody>
      </p:sp>
      <p:sp>
        <p:nvSpPr>
          <p:cNvPr id="3" name="내용 개체 틀 2"/>
          <p:cNvSpPr>
            <a:spLocks noGrp="1"/>
          </p:cNvSpPr>
          <p:nvPr>
            <p:ph sz="quarter" idx="12"/>
          </p:nvPr>
        </p:nvSpPr>
        <p:spPr/>
        <p:txBody>
          <a:bodyPr/>
          <a:lstStyle/>
          <a:p>
            <a:r>
              <a:rPr lang="ko-KR" altLang="en-US" dirty="0" smtClean="0">
                <a:latin typeface="+mn-ea"/>
                <a:ea typeface="+mn-ea"/>
              </a:rPr>
              <a:t>시스템 구성도</a:t>
            </a:r>
            <a:endParaRPr lang="ko-KR" altLang="en-US" dirty="0">
              <a:latin typeface="+mn-ea"/>
              <a:ea typeface="+mn-ea"/>
            </a:endParaRPr>
          </a:p>
        </p:txBody>
      </p:sp>
      <p:sp>
        <p:nvSpPr>
          <p:cNvPr id="13" name="모서리가 둥근 직사각형 12"/>
          <p:cNvSpPr/>
          <p:nvPr/>
        </p:nvSpPr>
        <p:spPr>
          <a:xfrm>
            <a:off x="4187915" y="1713877"/>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18" name="그림 17"/>
          <p:cNvPicPr>
            <a:picLocks noChangeAspect="1"/>
          </p:cNvPicPr>
          <p:nvPr/>
        </p:nvPicPr>
        <p:blipFill>
          <a:blip r:embed="rId2"/>
          <a:stretch>
            <a:fillRect/>
          </a:stretch>
        </p:blipFill>
        <p:spPr>
          <a:xfrm>
            <a:off x="6356706" y="2839141"/>
            <a:ext cx="526473" cy="564573"/>
          </a:xfrm>
          <a:prstGeom prst="rect">
            <a:avLst/>
          </a:prstGeom>
        </p:spPr>
      </p:pic>
      <p:sp>
        <p:nvSpPr>
          <p:cNvPr id="19" name="모서리가 둥근 직사각형 18"/>
          <p:cNvSpPr/>
          <p:nvPr/>
        </p:nvSpPr>
        <p:spPr>
          <a:xfrm>
            <a:off x="6123130" y="2727782"/>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21" name="그림 20"/>
          <p:cNvPicPr>
            <a:picLocks noChangeAspect="1"/>
          </p:cNvPicPr>
          <p:nvPr/>
        </p:nvPicPr>
        <p:blipFill>
          <a:blip r:embed="rId2"/>
          <a:stretch>
            <a:fillRect/>
          </a:stretch>
        </p:blipFill>
        <p:spPr>
          <a:xfrm>
            <a:off x="6996909" y="2844950"/>
            <a:ext cx="526473" cy="564573"/>
          </a:xfrm>
          <a:prstGeom prst="rect">
            <a:avLst/>
          </a:prstGeom>
        </p:spPr>
      </p:pic>
      <p:sp>
        <p:nvSpPr>
          <p:cNvPr id="22" name="TextBox 21"/>
          <p:cNvSpPr txBox="1"/>
          <p:nvPr/>
        </p:nvSpPr>
        <p:spPr>
          <a:xfrm>
            <a:off x="7747090" y="2832817"/>
            <a:ext cx="1668322"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Private Switch </a:t>
            </a:r>
            <a:r>
              <a:rPr lang="en-US" altLang="ko-KR" sz="700" dirty="0">
                <a:latin typeface="+mn-ea"/>
                <a:ea typeface="+mn-ea"/>
              </a:rPr>
              <a:t>(</a:t>
            </a:r>
            <a:r>
              <a:rPr lang="en-US" altLang="ko-KR" sz="700" dirty="0" smtClean="0">
                <a:latin typeface="+mn-ea"/>
                <a:ea typeface="+mn-ea"/>
              </a:rPr>
              <a:t>Active / Standby)</a:t>
            </a:r>
          </a:p>
          <a:p>
            <a:pPr algn="ctr">
              <a:lnSpc>
                <a:spcPct val="150000"/>
              </a:lnSpc>
            </a:pPr>
            <a:r>
              <a:rPr lang="en-US" altLang="ko-KR" sz="700" dirty="0" smtClean="0">
                <a:solidFill>
                  <a:srgbClr val="FF0000"/>
                </a:solidFill>
                <a:latin typeface="+mn-ea"/>
                <a:ea typeface="+mn-ea"/>
              </a:rPr>
              <a:t>= </a:t>
            </a:r>
            <a:r>
              <a:rPr lang="en-US" altLang="ko-KR" sz="700" b="1" dirty="0">
                <a:solidFill>
                  <a:srgbClr val="FF0000"/>
                </a:solidFill>
                <a:latin typeface="+mn-ea"/>
              </a:rPr>
              <a:t>Backbone</a:t>
            </a:r>
            <a:endParaRPr lang="en-US" altLang="ko-KR" sz="700" dirty="0" smtClean="0">
              <a:solidFill>
                <a:srgbClr val="FF0000"/>
              </a:solidFill>
              <a:latin typeface="+mn-ea"/>
              <a:ea typeface="+mn-ea"/>
            </a:endParaRPr>
          </a:p>
          <a:p>
            <a:pPr algn="ctr">
              <a:lnSpc>
                <a:spcPct val="150000"/>
              </a:lnSpc>
            </a:pPr>
            <a:r>
              <a:rPr lang="en-US" altLang="ko-KR" sz="700" dirty="0" smtClean="0">
                <a:latin typeface="+mn-ea"/>
                <a:ea typeface="+mn-ea"/>
              </a:rPr>
              <a:t>Traffic Control</a:t>
            </a:r>
            <a:endParaRPr lang="en-US" altLang="ko-KR" sz="700" dirty="0">
              <a:latin typeface="+mn-ea"/>
              <a:ea typeface="+mn-ea"/>
            </a:endParaRPr>
          </a:p>
        </p:txBody>
      </p:sp>
      <p:cxnSp>
        <p:nvCxnSpPr>
          <p:cNvPr id="24" name="직선 연결선 23"/>
          <p:cNvCxnSpPr>
            <a:stCxn id="19" idx="2"/>
          </p:cNvCxnSpPr>
          <p:nvPr/>
        </p:nvCxnSpPr>
        <p:spPr>
          <a:xfrm>
            <a:off x="6933130" y="3519782"/>
            <a:ext cx="0" cy="370071"/>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7747090" y="3971933"/>
            <a:ext cx="1620860" cy="738664"/>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DB Server</a:t>
            </a:r>
            <a:r>
              <a:rPr lang="en-US" altLang="ko-KR" sz="700" dirty="0">
                <a:latin typeface="+mn-ea"/>
              </a:rPr>
              <a:t> (Active / Active)</a:t>
            </a:r>
            <a:endParaRPr lang="en-US" altLang="ko-KR" sz="700" b="1" dirty="0" smtClean="0">
              <a:solidFill>
                <a:srgbClr val="FF0000"/>
              </a:solidFill>
              <a:latin typeface="+mn-ea"/>
              <a:ea typeface="+mn-ea"/>
            </a:endParaRPr>
          </a:p>
          <a:p>
            <a:pPr algn="ctr">
              <a:lnSpc>
                <a:spcPct val="150000"/>
              </a:lnSpc>
            </a:pPr>
            <a:r>
              <a:rPr lang="en-US" altLang="ko-KR" sz="700" dirty="0" smtClean="0">
                <a:latin typeface="+mn-ea"/>
                <a:ea typeface="+mn-ea"/>
              </a:rPr>
              <a:t>Data Management</a:t>
            </a:r>
          </a:p>
          <a:p>
            <a:pPr algn="ctr">
              <a:lnSpc>
                <a:spcPct val="150000"/>
              </a:lnSpc>
            </a:pPr>
            <a:r>
              <a:rPr lang="en-US" altLang="ko-KR" sz="700" dirty="0" smtClean="0">
                <a:latin typeface="+mn-ea"/>
                <a:ea typeface="+mn-ea"/>
              </a:rPr>
              <a:t>VIP </a:t>
            </a:r>
            <a:r>
              <a:rPr lang="en-US" altLang="ko-KR" sz="700" dirty="0">
                <a:latin typeface="+mn-ea"/>
                <a:ea typeface="+mn-ea"/>
              </a:rPr>
              <a:t>: </a:t>
            </a:r>
            <a:r>
              <a:rPr lang="en-US" altLang="ko-KR" sz="700" dirty="0" smtClean="0">
                <a:latin typeface="+mn-ea"/>
                <a:ea typeface="+mn-ea"/>
              </a:rPr>
              <a:t>150.149.53.10</a:t>
            </a:r>
          </a:p>
          <a:p>
            <a:pPr algn="ctr">
              <a:lnSpc>
                <a:spcPct val="150000"/>
              </a:lnSpc>
            </a:pPr>
            <a:r>
              <a:rPr lang="en-US" altLang="ko-KR" sz="700" dirty="0">
                <a:latin typeface="+mn-ea"/>
              </a:rPr>
              <a:t>IP : </a:t>
            </a:r>
            <a:r>
              <a:rPr lang="en-US" altLang="ko-KR" sz="700" dirty="0" smtClean="0">
                <a:latin typeface="+mn-ea"/>
              </a:rPr>
              <a:t>150.149.53.12</a:t>
            </a:r>
            <a:r>
              <a:rPr lang="en-US" altLang="ko-KR" sz="700" dirty="0" smtClean="0">
                <a:latin typeface="+mn-ea"/>
                <a:ea typeface="+mn-ea"/>
              </a:rPr>
              <a:t> /</a:t>
            </a:r>
            <a:r>
              <a:rPr lang="en-US" altLang="ko-KR" sz="700" dirty="0">
                <a:latin typeface="+mn-ea"/>
              </a:rPr>
              <a:t> </a:t>
            </a:r>
            <a:r>
              <a:rPr lang="en-US" altLang="ko-KR" sz="700" dirty="0" smtClean="0">
                <a:latin typeface="+mn-ea"/>
              </a:rPr>
              <a:t>150.149.53.13</a:t>
            </a:r>
            <a:endParaRPr lang="en-US" altLang="ko-KR" sz="700" dirty="0">
              <a:latin typeface="+mn-ea"/>
            </a:endParaRPr>
          </a:p>
        </p:txBody>
      </p:sp>
      <p:pic>
        <p:nvPicPr>
          <p:cNvPr id="27" name="그림 26"/>
          <p:cNvPicPr>
            <a:picLocks noChangeAspect="1"/>
          </p:cNvPicPr>
          <p:nvPr/>
        </p:nvPicPr>
        <p:blipFill>
          <a:blip r:embed="rId3"/>
          <a:stretch>
            <a:fillRect/>
          </a:stretch>
        </p:blipFill>
        <p:spPr>
          <a:xfrm>
            <a:off x="6574254" y="5279201"/>
            <a:ext cx="734378" cy="310039"/>
          </a:xfrm>
          <a:prstGeom prst="rect">
            <a:avLst/>
          </a:prstGeom>
        </p:spPr>
      </p:pic>
      <p:cxnSp>
        <p:nvCxnSpPr>
          <p:cNvPr id="28" name="직선 연결선 27"/>
          <p:cNvCxnSpPr>
            <a:stCxn id="37" idx="2"/>
            <a:endCxn id="69" idx="0"/>
          </p:cNvCxnSpPr>
          <p:nvPr/>
        </p:nvCxnSpPr>
        <p:spPr>
          <a:xfrm>
            <a:off x="6933130" y="4681853"/>
            <a:ext cx="8313" cy="376488"/>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7747090" y="5218747"/>
            <a:ext cx="1620860" cy="415498"/>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Storage Server</a:t>
            </a:r>
            <a:endParaRPr lang="en-US" altLang="ko-KR" sz="700" dirty="0" smtClean="0">
              <a:latin typeface="+mn-ea"/>
              <a:ea typeface="+mn-ea"/>
            </a:endParaRPr>
          </a:p>
          <a:p>
            <a:pPr algn="ctr">
              <a:lnSpc>
                <a:spcPct val="150000"/>
              </a:lnSpc>
            </a:pPr>
            <a:r>
              <a:rPr lang="en-US" altLang="ko-KR" sz="700" dirty="0" smtClean="0">
                <a:latin typeface="+mn-ea"/>
                <a:ea typeface="+mn-ea"/>
              </a:rPr>
              <a:t>Data Storage</a:t>
            </a:r>
          </a:p>
        </p:txBody>
      </p:sp>
      <p:pic>
        <p:nvPicPr>
          <p:cNvPr id="30" name="그림 29"/>
          <p:cNvPicPr>
            <a:picLocks noChangeAspect="1"/>
          </p:cNvPicPr>
          <p:nvPr/>
        </p:nvPicPr>
        <p:blipFill>
          <a:blip r:embed="rId4"/>
          <a:stretch>
            <a:fillRect/>
          </a:stretch>
        </p:blipFill>
        <p:spPr>
          <a:xfrm>
            <a:off x="4348310" y="773705"/>
            <a:ext cx="1299210" cy="754380"/>
          </a:xfrm>
          <a:prstGeom prst="rect">
            <a:avLst/>
          </a:prstGeom>
        </p:spPr>
      </p:pic>
      <p:cxnSp>
        <p:nvCxnSpPr>
          <p:cNvPr id="31" name="직선 연결선 30"/>
          <p:cNvCxnSpPr>
            <a:stCxn id="30" idx="2"/>
            <a:endCxn id="13" idx="0"/>
          </p:cNvCxnSpPr>
          <p:nvPr/>
        </p:nvCxnSpPr>
        <p:spPr>
          <a:xfrm>
            <a:off x="4997915" y="1528085"/>
            <a:ext cx="0" cy="185792"/>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pic>
        <p:nvPicPr>
          <p:cNvPr id="32" name="그림 31"/>
          <p:cNvPicPr>
            <a:picLocks noChangeAspect="1"/>
          </p:cNvPicPr>
          <p:nvPr/>
        </p:nvPicPr>
        <p:blipFill>
          <a:blip r:embed="rId5"/>
          <a:stretch>
            <a:fillRect/>
          </a:stretch>
        </p:blipFill>
        <p:spPr>
          <a:xfrm>
            <a:off x="4278947" y="1960546"/>
            <a:ext cx="713033" cy="251460"/>
          </a:xfrm>
          <a:prstGeom prst="rect">
            <a:avLst/>
          </a:prstGeom>
        </p:spPr>
      </p:pic>
      <p:pic>
        <p:nvPicPr>
          <p:cNvPr id="33" name="그림 32"/>
          <p:cNvPicPr>
            <a:picLocks noChangeAspect="1"/>
          </p:cNvPicPr>
          <p:nvPr/>
        </p:nvPicPr>
        <p:blipFill>
          <a:blip r:embed="rId5"/>
          <a:stretch>
            <a:fillRect/>
          </a:stretch>
        </p:blipFill>
        <p:spPr>
          <a:xfrm>
            <a:off x="4991980" y="1960546"/>
            <a:ext cx="713033" cy="251460"/>
          </a:xfrm>
          <a:prstGeom prst="rect">
            <a:avLst/>
          </a:prstGeom>
        </p:spPr>
      </p:pic>
      <p:cxnSp>
        <p:nvCxnSpPr>
          <p:cNvPr id="39" name="꺾인 연결선 38"/>
          <p:cNvCxnSpPr>
            <a:stCxn id="13" idx="1"/>
            <a:endCxn id="44" idx="0"/>
          </p:cNvCxnSpPr>
          <p:nvPr/>
        </p:nvCxnSpPr>
        <p:spPr bwMode="auto">
          <a:xfrm rot="10800000" flipV="1">
            <a:off x="3107885" y="2109876"/>
            <a:ext cx="1080030" cy="617905"/>
          </a:xfrm>
          <a:prstGeom prst="bentConnector2">
            <a:avLst/>
          </a:prstGeom>
          <a:solidFill>
            <a:schemeClr val="accent1"/>
          </a:solidFill>
          <a:ln w="12700" cap="flat" cmpd="sng" algn="ctr">
            <a:solidFill>
              <a:schemeClr val="accent1">
                <a:lumMod val="75000"/>
              </a:schemeClr>
            </a:solidFill>
            <a:prstDash val="sysDot"/>
            <a:round/>
            <a:headEnd type="none" w="med" len="med"/>
            <a:tailEnd type="none" w="med" len="med"/>
          </a:ln>
          <a:effectLst/>
        </p:spPr>
      </p:cxnSp>
      <p:cxnSp>
        <p:nvCxnSpPr>
          <p:cNvPr id="41" name="꺾인 연결선 40"/>
          <p:cNvCxnSpPr>
            <a:stCxn id="13" idx="3"/>
            <a:endCxn id="19" idx="0"/>
          </p:cNvCxnSpPr>
          <p:nvPr/>
        </p:nvCxnSpPr>
        <p:spPr bwMode="auto">
          <a:xfrm>
            <a:off x="5807915" y="2109877"/>
            <a:ext cx="1125215" cy="617905"/>
          </a:xfrm>
          <a:prstGeom prst="bentConnector2">
            <a:avLst/>
          </a:prstGeom>
          <a:solidFill>
            <a:schemeClr val="accent1"/>
          </a:solidFill>
          <a:ln w="12700" cap="flat" cmpd="sng" algn="ctr">
            <a:solidFill>
              <a:schemeClr val="accent1">
                <a:lumMod val="75000"/>
              </a:schemeClr>
            </a:solidFill>
            <a:prstDash val="sysDot"/>
            <a:round/>
            <a:headEnd type="none" w="med" len="med"/>
            <a:tailEnd type="none" w="med" len="med"/>
          </a:ln>
          <a:effectLst/>
        </p:spPr>
      </p:cxnSp>
      <p:pic>
        <p:nvPicPr>
          <p:cNvPr id="35" name="Picture 3"/>
          <p:cNvPicPr>
            <a:picLocks noChangeAspect="1" noChangeArrowheads="1"/>
          </p:cNvPicPr>
          <p:nvPr/>
        </p:nvPicPr>
        <p:blipFill>
          <a:blip r:embed="rId6" cstate="print"/>
          <a:srcRect/>
          <a:stretch>
            <a:fillRect/>
          </a:stretch>
        </p:blipFill>
        <p:spPr bwMode="auto">
          <a:xfrm>
            <a:off x="6219619" y="4183724"/>
            <a:ext cx="713511" cy="246382"/>
          </a:xfrm>
          <a:prstGeom prst="rect">
            <a:avLst/>
          </a:prstGeom>
          <a:noFill/>
          <a:ln w="9525">
            <a:noFill/>
            <a:miter lim="800000"/>
            <a:headEnd/>
            <a:tailEnd/>
          </a:ln>
        </p:spPr>
      </p:pic>
      <p:pic>
        <p:nvPicPr>
          <p:cNvPr id="36" name="Picture 3"/>
          <p:cNvPicPr>
            <a:picLocks noChangeAspect="1" noChangeArrowheads="1"/>
          </p:cNvPicPr>
          <p:nvPr/>
        </p:nvPicPr>
        <p:blipFill>
          <a:blip r:embed="rId6" cstate="print"/>
          <a:srcRect/>
          <a:stretch>
            <a:fillRect/>
          </a:stretch>
        </p:blipFill>
        <p:spPr bwMode="auto">
          <a:xfrm>
            <a:off x="6949230" y="4170730"/>
            <a:ext cx="713511" cy="246382"/>
          </a:xfrm>
          <a:prstGeom prst="rect">
            <a:avLst/>
          </a:prstGeom>
          <a:noFill/>
          <a:ln w="9525">
            <a:noFill/>
            <a:miter lim="800000"/>
            <a:headEnd/>
            <a:tailEnd/>
          </a:ln>
        </p:spPr>
      </p:pic>
      <p:sp>
        <p:nvSpPr>
          <p:cNvPr id="37" name="모서리가 둥근 직사각형 36"/>
          <p:cNvSpPr/>
          <p:nvPr/>
        </p:nvSpPr>
        <p:spPr>
          <a:xfrm>
            <a:off x="6123130" y="3889853"/>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40" name="Picture 5"/>
          <p:cNvPicPr>
            <a:picLocks noChangeAspect="1" noChangeArrowheads="1"/>
          </p:cNvPicPr>
          <p:nvPr/>
        </p:nvPicPr>
        <p:blipFill>
          <a:blip r:embed="rId7" cstate="print"/>
          <a:srcRect/>
          <a:stretch>
            <a:fillRect/>
          </a:stretch>
        </p:blipFill>
        <p:spPr bwMode="auto">
          <a:xfrm>
            <a:off x="2412413" y="2991548"/>
            <a:ext cx="688188" cy="263648"/>
          </a:xfrm>
          <a:prstGeom prst="rect">
            <a:avLst/>
          </a:prstGeom>
          <a:noFill/>
          <a:ln w="9525">
            <a:noFill/>
            <a:miter lim="800000"/>
            <a:headEnd/>
            <a:tailEnd/>
          </a:ln>
        </p:spPr>
      </p:pic>
      <p:sp>
        <p:nvSpPr>
          <p:cNvPr id="42" name="TextBox 41"/>
          <p:cNvSpPr txBox="1"/>
          <p:nvPr/>
        </p:nvSpPr>
        <p:spPr>
          <a:xfrm>
            <a:off x="767535" y="2855606"/>
            <a:ext cx="1514250"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Public Switch </a:t>
            </a:r>
            <a:r>
              <a:rPr lang="en-US" altLang="ko-KR" sz="700" dirty="0" smtClean="0">
                <a:latin typeface="+mn-ea"/>
                <a:ea typeface="+mn-ea"/>
              </a:rPr>
              <a:t>(Active / Standby)</a:t>
            </a:r>
          </a:p>
          <a:p>
            <a:pPr algn="ctr">
              <a:lnSpc>
                <a:spcPct val="150000"/>
              </a:lnSpc>
            </a:pPr>
            <a:r>
              <a:rPr lang="en-US" altLang="ko-KR" sz="700" dirty="0" smtClean="0">
                <a:latin typeface="+mn-ea"/>
                <a:ea typeface="+mn-ea"/>
              </a:rPr>
              <a:t>IP : 221.149.41.X</a:t>
            </a:r>
          </a:p>
          <a:p>
            <a:pPr algn="ctr">
              <a:lnSpc>
                <a:spcPct val="150000"/>
              </a:lnSpc>
            </a:pPr>
            <a:r>
              <a:rPr lang="en-US" altLang="ko-KR" sz="700" dirty="0">
                <a:latin typeface="+mn-ea"/>
              </a:rPr>
              <a:t>192.168.20.252</a:t>
            </a:r>
          </a:p>
        </p:txBody>
      </p:sp>
      <p:pic>
        <p:nvPicPr>
          <p:cNvPr id="43" name="Picture 5"/>
          <p:cNvPicPr>
            <a:picLocks noChangeAspect="1" noChangeArrowheads="1"/>
          </p:cNvPicPr>
          <p:nvPr/>
        </p:nvPicPr>
        <p:blipFill>
          <a:blip r:embed="rId7" cstate="print"/>
          <a:srcRect/>
          <a:stretch>
            <a:fillRect/>
          </a:stretch>
        </p:blipFill>
        <p:spPr bwMode="auto">
          <a:xfrm>
            <a:off x="3118087" y="2982865"/>
            <a:ext cx="688188" cy="263648"/>
          </a:xfrm>
          <a:prstGeom prst="rect">
            <a:avLst/>
          </a:prstGeom>
          <a:noFill/>
          <a:ln w="9525">
            <a:noFill/>
            <a:miter lim="800000"/>
            <a:headEnd/>
            <a:tailEnd/>
          </a:ln>
        </p:spPr>
      </p:pic>
      <p:sp>
        <p:nvSpPr>
          <p:cNvPr id="44" name="모서리가 둥근 직사각형 43"/>
          <p:cNvSpPr/>
          <p:nvPr/>
        </p:nvSpPr>
        <p:spPr>
          <a:xfrm>
            <a:off x="2297885" y="2727782"/>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48" name="Picture 5"/>
          <p:cNvPicPr>
            <a:picLocks noChangeAspect="1" noChangeArrowheads="1"/>
          </p:cNvPicPr>
          <p:nvPr/>
        </p:nvPicPr>
        <p:blipFill>
          <a:blip r:embed="rId7" cstate="print"/>
          <a:srcRect/>
          <a:stretch>
            <a:fillRect/>
          </a:stretch>
        </p:blipFill>
        <p:spPr bwMode="auto">
          <a:xfrm>
            <a:off x="2415891" y="4179768"/>
            <a:ext cx="688188" cy="263648"/>
          </a:xfrm>
          <a:prstGeom prst="rect">
            <a:avLst/>
          </a:prstGeom>
          <a:noFill/>
          <a:ln w="9525">
            <a:noFill/>
            <a:miter lim="800000"/>
            <a:headEnd/>
            <a:tailEnd/>
          </a:ln>
        </p:spPr>
      </p:pic>
      <p:pic>
        <p:nvPicPr>
          <p:cNvPr id="49" name="Picture 5"/>
          <p:cNvPicPr>
            <a:picLocks noChangeAspect="1" noChangeArrowheads="1"/>
          </p:cNvPicPr>
          <p:nvPr/>
        </p:nvPicPr>
        <p:blipFill>
          <a:blip r:embed="rId7" cstate="print"/>
          <a:srcRect/>
          <a:stretch>
            <a:fillRect/>
          </a:stretch>
        </p:blipFill>
        <p:spPr bwMode="auto">
          <a:xfrm>
            <a:off x="3121565" y="4171085"/>
            <a:ext cx="688188" cy="263648"/>
          </a:xfrm>
          <a:prstGeom prst="rect">
            <a:avLst/>
          </a:prstGeom>
          <a:noFill/>
          <a:ln w="9525">
            <a:noFill/>
            <a:miter lim="800000"/>
            <a:headEnd/>
            <a:tailEnd/>
          </a:ln>
        </p:spPr>
      </p:pic>
      <p:sp>
        <p:nvSpPr>
          <p:cNvPr id="50" name="모서리가 둥근 직사각형 49"/>
          <p:cNvSpPr/>
          <p:nvPr/>
        </p:nvSpPr>
        <p:spPr>
          <a:xfrm>
            <a:off x="2301363" y="3916002"/>
            <a:ext cx="1620000" cy="79200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56" name="Picture 4"/>
          <p:cNvPicPr>
            <a:picLocks noChangeAspect="1" noChangeArrowheads="1"/>
          </p:cNvPicPr>
          <p:nvPr/>
        </p:nvPicPr>
        <p:blipFill>
          <a:blip r:embed="rId8" cstate="print"/>
          <a:srcRect/>
          <a:stretch>
            <a:fillRect/>
          </a:stretch>
        </p:blipFill>
        <p:spPr bwMode="auto">
          <a:xfrm>
            <a:off x="1940245" y="5345726"/>
            <a:ext cx="783683" cy="260032"/>
          </a:xfrm>
          <a:prstGeom prst="rect">
            <a:avLst/>
          </a:prstGeom>
          <a:noFill/>
          <a:ln w="9525">
            <a:noFill/>
            <a:miter lim="800000"/>
            <a:headEnd/>
            <a:tailEnd/>
          </a:ln>
        </p:spPr>
      </p:pic>
      <p:pic>
        <p:nvPicPr>
          <p:cNvPr id="57" name="Picture 4"/>
          <p:cNvPicPr>
            <a:picLocks noChangeAspect="1" noChangeArrowheads="1"/>
          </p:cNvPicPr>
          <p:nvPr/>
        </p:nvPicPr>
        <p:blipFill>
          <a:blip r:embed="rId8" cstate="print"/>
          <a:srcRect/>
          <a:stretch>
            <a:fillRect/>
          </a:stretch>
        </p:blipFill>
        <p:spPr bwMode="auto">
          <a:xfrm>
            <a:off x="2711130" y="5337943"/>
            <a:ext cx="783683" cy="260032"/>
          </a:xfrm>
          <a:prstGeom prst="rect">
            <a:avLst/>
          </a:prstGeom>
          <a:noFill/>
          <a:ln w="9525">
            <a:noFill/>
            <a:miter lim="800000"/>
            <a:headEnd/>
            <a:tailEnd/>
          </a:ln>
        </p:spPr>
      </p:pic>
      <p:sp>
        <p:nvSpPr>
          <p:cNvPr id="58" name="TextBox 57"/>
          <p:cNvSpPr txBox="1"/>
          <p:nvPr/>
        </p:nvSpPr>
        <p:spPr>
          <a:xfrm>
            <a:off x="2207695" y="5867254"/>
            <a:ext cx="1780799"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WAS Server </a:t>
            </a:r>
            <a:r>
              <a:rPr lang="en-US" altLang="ko-KR" sz="700" dirty="0">
                <a:latin typeface="+mn-ea"/>
                <a:ea typeface="+mn-ea"/>
              </a:rPr>
              <a:t>(</a:t>
            </a:r>
            <a:r>
              <a:rPr lang="en-US" altLang="ko-KR" sz="700" dirty="0" smtClean="0">
                <a:latin typeface="+mn-ea"/>
                <a:ea typeface="+mn-ea"/>
              </a:rPr>
              <a:t>Active / Active </a:t>
            </a:r>
            <a:r>
              <a:rPr lang="en-US" altLang="ko-KR" sz="700" dirty="0">
                <a:latin typeface="+mn-ea"/>
              </a:rPr>
              <a:t>/ Active</a:t>
            </a:r>
            <a:r>
              <a:rPr lang="en-US" altLang="ko-KR" sz="700" dirty="0" smtClean="0">
                <a:latin typeface="+mn-ea"/>
                <a:ea typeface="+mn-ea"/>
              </a:rPr>
              <a:t>)</a:t>
            </a:r>
          </a:p>
          <a:p>
            <a:pPr algn="ctr">
              <a:lnSpc>
                <a:spcPct val="150000"/>
              </a:lnSpc>
            </a:pPr>
            <a:r>
              <a:rPr lang="en-US" altLang="ko-KR" sz="700" dirty="0" smtClean="0">
                <a:latin typeface="+mn-ea"/>
                <a:ea typeface="+mn-ea"/>
              </a:rPr>
              <a:t>WEB/WAS Service</a:t>
            </a:r>
          </a:p>
          <a:p>
            <a:pPr algn="ctr">
              <a:lnSpc>
                <a:spcPct val="150000"/>
              </a:lnSpc>
            </a:pPr>
            <a:r>
              <a:rPr lang="en-US" altLang="ko-KR" sz="700" dirty="0" smtClean="0">
                <a:latin typeface="+mn-ea"/>
                <a:ea typeface="+mn-ea"/>
              </a:rPr>
              <a:t>IP </a:t>
            </a:r>
            <a:r>
              <a:rPr lang="en-US" altLang="ko-KR" sz="700" dirty="0">
                <a:latin typeface="+mn-ea"/>
                <a:ea typeface="+mn-ea"/>
              </a:rPr>
              <a:t>: </a:t>
            </a:r>
            <a:r>
              <a:rPr lang="en-US" altLang="ko-KR" sz="700" dirty="0" smtClean="0">
                <a:latin typeface="+mn-ea"/>
                <a:ea typeface="+mn-ea"/>
              </a:rPr>
              <a:t>192.168.20.51 / 52 / 53</a:t>
            </a:r>
          </a:p>
        </p:txBody>
      </p:sp>
      <p:sp>
        <p:nvSpPr>
          <p:cNvPr id="59" name="모서리가 둥근 직사각형 58"/>
          <p:cNvSpPr/>
          <p:nvPr/>
        </p:nvSpPr>
        <p:spPr>
          <a:xfrm>
            <a:off x="1875313" y="5067471"/>
            <a:ext cx="2478576" cy="79200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60" name="Picture 4"/>
          <p:cNvPicPr>
            <a:picLocks noChangeAspect="1" noChangeArrowheads="1"/>
          </p:cNvPicPr>
          <p:nvPr/>
        </p:nvPicPr>
        <p:blipFill>
          <a:blip r:embed="rId8" cstate="print"/>
          <a:srcRect/>
          <a:stretch>
            <a:fillRect/>
          </a:stretch>
        </p:blipFill>
        <p:spPr bwMode="auto">
          <a:xfrm>
            <a:off x="3503545" y="5343281"/>
            <a:ext cx="783683" cy="260032"/>
          </a:xfrm>
          <a:prstGeom prst="rect">
            <a:avLst/>
          </a:prstGeom>
          <a:noFill/>
          <a:ln w="9525">
            <a:noFill/>
            <a:miter lim="800000"/>
            <a:headEnd/>
            <a:tailEnd/>
          </a:ln>
        </p:spPr>
      </p:pic>
      <p:cxnSp>
        <p:nvCxnSpPr>
          <p:cNvPr id="61" name="직선 연결선 60"/>
          <p:cNvCxnSpPr>
            <a:stCxn id="50" idx="2"/>
            <a:endCxn id="59" idx="0"/>
          </p:cNvCxnSpPr>
          <p:nvPr/>
        </p:nvCxnSpPr>
        <p:spPr>
          <a:xfrm>
            <a:off x="3111363" y="4708002"/>
            <a:ext cx="3238" cy="359469"/>
          </a:xfrm>
          <a:prstGeom prst="line">
            <a:avLst/>
          </a:prstGeom>
          <a:ln w="12700">
            <a:solidFill>
              <a:srgbClr val="FFC000"/>
            </a:solidFill>
            <a:prstDash val="sysDot"/>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1000873" y="4042442"/>
            <a:ext cx="1369085"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L4 Switch </a:t>
            </a:r>
            <a:r>
              <a:rPr lang="en-US" altLang="ko-KR" sz="700" dirty="0" smtClean="0">
                <a:latin typeface="+mn-ea"/>
                <a:ea typeface="+mn-ea"/>
              </a:rPr>
              <a:t>(Active / Standby)</a:t>
            </a:r>
          </a:p>
          <a:p>
            <a:pPr algn="ctr">
              <a:lnSpc>
                <a:spcPct val="150000"/>
              </a:lnSpc>
            </a:pPr>
            <a:r>
              <a:rPr lang="en-US" altLang="ko-KR" sz="700" dirty="0" smtClean="0">
                <a:latin typeface="+mn-ea"/>
                <a:ea typeface="+mn-ea"/>
              </a:rPr>
              <a:t>Load Balancing</a:t>
            </a:r>
          </a:p>
          <a:p>
            <a:pPr algn="ctr">
              <a:lnSpc>
                <a:spcPct val="150000"/>
              </a:lnSpc>
            </a:pPr>
            <a:r>
              <a:rPr lang="en-US" altLang="ko-KR" sz="700" dirty="0" smtClean="0">
                <a:latin typeface="+mn-ea"/>
                <a:ea typeface="+mn-ea"/>
              </a:rPr>
              <a:t>IP : </a:t>
            </a:r>
            <a:r>
              <a:rPr lang="en-US" altLang="ko-KR" sz="700" dirty="0" smtClean="0">
                <a:latin typeface="+mn-ea"/>
              </a:rPr>
              <a:t>192.168.20.50</a:t>
            </a:r>
            <a:endParaRPr lang="en-US" altLang="ko-KR" sz="700" dirty="0" smtClean="0">
              <a:latin typeface="+mn-ea"/>
              <a:ea typeface="+mn-ea"/>
            </a:endParaRPr>
          </a:p>
        </p:txBody>
      </p:sp>
      <p:sp>
        <p:nvSpPr>
          <p:cNvPr id="68" name="TextBox 67"/>
          <p:cNvSpPr txBox="1"/>
          <p:nvPr/>
        </p:nvSpPr>
        <p:spPr>
          <a:xfrm>
            <a:off x="2616218" y="4947828"/>
            <a:ext cx="945105" cy="253916"/>
          </a:xfrm>
          <a:prstGeom prst="rect">
            <a:avLst/>
          </a:prstGeom>
          <a:solidFill>
            <a:srgbClr val="FFFFFF"/>
          </a:solidFill>
        </p:spPr>
        <p:txBody>
          <a:bodyPr wrap="square" rtlCol="0">
            <a:spAutoFit/>
          </a:bodyPr>
          <a:lstStyle/>
          <a:p>
            <a:pPr algn="ctr">
              <a:lnSpc>
                <a:spcPct val="150000"/>
              </a:lnSpc>
            </a:pPr>
            <a:r>
              <a:rPr lang="en-US" altLang="ko-KR" sz="700" b="1" dirty="0" smtClean="0">
                <a:solidFill>
                  <a:schemeClr val="accent1"/>
                </a:solidFill>
                <a:latin typeface="+mn-ea"/>
                <a:ea typeface="+mn-ea"/>
              </a:rPr>
              <a:t>NUTANIX</a:t>
            </a:r>
            <a:r>
              <a:rPr lang="ko-KR" altLang="en-US" sz="700" b="1" dirty="0" smtClean="0">
                <a:solidFill>
                  <a:schemeClr val="accent1"/>
                </a:solidFill>
                <a:latin typeface="+mn-ea"/>
                <a:ea typeface="+mn-ea"/>
              </a:rPr>
              <a:t> </a:t>
            </a:r>
            <a:r>
              <a:rPr lang="en-US" altLang="ko-KR" sz="700" b="1" dirty="0" smtClean="0">
                <a:solidFill>
                  <a:schemeClr val="accent1"/>
                </a:solidFill>
                <a:latin typeface="+mn-ea"/>
                <a:ea typeface="+mn-ea"/>
              </a:rPr>
              <a:t>Public</a:t>
            </a:r>
            <a:endParaRPr lang="en-US" altLang="ko-KR" sz="700" dirty="0" smtClean="0">
              <a:solidFill>
                <a:schemeClr val="accent1"/>
              </a:solidFill>
              <a:latin typeface="+mn-ea"/>
              <a:ea typeface="+mn-ea"/>
            </a:endParaRPr>
          </a:p>
        </p:txBody>
      </p:sp>
      <p:cxnSp>
        <p:nvCxnSpPr>
          <p:cNvPr id="66" name="꺾인 연결선 65"/>
          <p:cNvCxnSpPr>
            <a:stCxn id="44" idx="2"/>
            <a:endCxn id="50" idx="0"/>
          </p:cNvCxnSpPr>
          <p:nvPr/>
        </p:nvCxnSpPr>
        <p:spPr bwMode="auto">
          <a:xfrm rot="16200000" flipH="1">
            <a:off x="2911514" y="3716153"/>
            <a:ext cx="396220" cy="3478"/>
          </a:xfrm>
          <a:prstGeom prst="bentConnector3">
            <a:avLst>
              <a:gd name="adj1" fmla="val 50000"/>
            </a:avLst>
          </a:prstGeom>
          <a:solidFill>
            <a:schemeClr val="accent1"/>
          </a:solidFill>
          <a:ln w="12700" cap="flat" cmpd="sng" algn="ctr">
            <a:solidFill>
              <a:srgbClr val="FFC000"/>
            </a:solidFill>
            <a:prstDash val="sysDot"/>
            <a:round/>
            <a:headEnd type="none" w="med" len="med"/>
            <a:tailEnd type="none" w="med" len="med"/>
          </a:ln>
          <a:effectLst/>
        </p:spPr>
      </p:cxnSp>
      <p:sp>
        <p:nvSpPr>
          <p:cNvPr id="67" name="TextBox 66"/>
          <p:cNvSpPr txBox="1"/>
          <p:nvPr/>
        </p:nvSpPr>
        <p:spPr>
          <a:xfrm>
            <a:off x="4328869" y="2518447"/>
            <a:ext cx="1369085" cy="415498"/>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Firewall </a:t>
            </a:r>
            <a:r>
              <a:rPr lang="en-US" altLang="ko-KR" sz="700" dirty="0" smtClean="0">
                <a:latin typeface="+mn-ea"/>
                <a:ea typeface="+mn-ea"/>
              </a:rPr>
              <a:t>(Active / Standby)</a:t>
            </a:r>
          </a:p>
          <a:p>
            <a:pPr algn="ctr">
              <a:lnSpc>
                <a:spcPct val="150000"/>
              </a:lnSpc>
            </a:pPr>
            <a:r>
              <a:rPr lang="en-US" altLang="ko-KR" sz="700" dirty="0" smtClean="0">
                <a:latin typeface="+mn-ea"/>
                <a:ea typeface="+mn-ea"/>
              </a:rPr>
              <a:t>Access Control</a:t>
            </a:r>
          </a:p>
        </p:txBody>
      </p:sp>
      <p:sp>
        <p:nvSpPr>
          <p:cNvPr id="69" name="모서리가 둥근 직사각형 68"/>
          <p:cNvSpPr/>
          <p:nvPr/>
        </p:nvSpPr>
        <p:spPr>
          <a:xfrm>
            <a:off x="6131443" y="5058341"/>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spTree>
    <p:extLst>
      <p:ext uri="{BB962C8B-B14F-4D97-AF65-F5344CB8AC3E}">
        <p14:creationId xmlns:p14="http://schemas.microsoft.com/office/powerpoint/2010/main" val="17538812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3"/>
          <p:cNvSpPr>
            <a:spLocks noGrp="1"/>
          </p:cNvSpPr>
          <p:nvPr>
            <p:ph idx="1"/>
          </p:nvPr>
        </p:nvSpPr>
        <p:spPr>
          <a:xfrm>
            <a:off x="272480" y="728700"/>
            <a:ext cx="9359900" cy="261606"/>
          </a:xfrm>
        </p:spPr>
        <p:txBody>
          <a:bodyPr/>
          <a:lstStyle/>
          <a:p>
            <a:r>
              <a:rPr lang="ko-KR" altLang="en-US" sz="1100" dirty="0">
                <a:latin typeface="+mn-ea"/>
                <a:ea typeface="+mn-ea"/>
              </a:rPr>
              <a:t>물류관리시스템</a:t>
            </a:r>
            <a:r>
              <a:rPr lang="en-US" altLang="ko-KR" sz="1100" dirty="0">
                <a:latin typeface="+mn-ea"/>
                <a:ea typeface="+mn-ea"/>
              </a:rPr>
              <a:t>(</a:t>
            </a:r>
            <a:r>
              <a:rPr lang="en-US" altLang="ko-KR" sz="1100" dirty="0" smtClean="0">
                <a:latin typeface="+mn-ea"/>
                <a:ea typeface="+mn-ea"/>
              </a:rPr>
              <a:t>WMS/WCS) </a:t>
            </a:r>
            <a:r>
              <a:rPr lang="ko-KR" altLang="en-US" sz="1100" smtClean="0">
                <a:latin typeface="+mn-ea"/>
                <a:ea typeface="+mn-ea"/>
              </a:rPr>
              <a:t>구성도</a:t>
            </a:r>
          </a:p>
        </p:txBody>
      </p:sp>
      <p:sp>
        <p:nvSpPr>
          <p:cNvPr id="9502" name="제목 2"/>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anchor="t" anchorCtr="0" compatLnSpc="1">
            <a:prstTxWarp prst="textNoShape">
              <a:avLst/>
            </a:prstTxWarp>
          </a:bodyPr>
          <a:lstStyle/>
          <a:p>
            <a:r>
              <a:rPr lang="ko-KR" altLang="en-US" dirty="0">
                <a:latin typeface="+mn-ea"/>
                <a:ea typeface="+mn-ea"/>
              </a:rPr>
              <a:t>물류관리시스템 </a:t>
            </a:r>
            <a:r>
              <a:rPr lang="ko-KR" altLang="en-US" dirty="0" smtClean="0">
                <a:latin typeface="+mn-ea"/>
                <a:ea typeface="+mn-ea"/>
              </a:rPr>
              <a:t>구성도</a:t>
            </a:r>
          </a:p>
        </p:txBody>
      </p:sp>
      <p:sp>
        <p:nvSpPr>
          <p:cNvPr id="3" name="내용 개체 틀 2"/>
          <p:cNvSpPr>
            <a:spLocks noGrp="1"/>
          </p:cNvSpPr>
          <p:nvPr>
            <p:ph sz="quarter" idx="12"/>
          </p:nvPr>
        </p:nvSpPr>
        <p:spPr/>
        <p:txBody>
          <a:bodyPr/>
          <a:lstStyle/>
          <a:p>
            <a:r>
              <a:rPr lang="ko-KR" altLang="en-US" dirty="0" smtClean="0">
                <a:latin typeface="+mn-ea"/>
                <a:ea typeface="+mn-ea"/>
              </a:rPr>
              <a:t>시스템 구성도</a:t>
            </a:r>
            <a:endParaRPr lang="ko-KR" altLang="en-US" dirty="0">
              <a:latin typeface="+mn-ea"/>
              <a:ea typeface="+mn-ea"/>
            </a:endParaRPr>
          </a:p>
        </p:txBody>
      </p:sp>
      <p:sp>
        <p:nvSpPr>
          <p:cNvPr id="13" name="모서리가 둥근 직사각형 12"/>
          <p:cNvSpPr/>
          <p:nvPr/>
        </p:nvSpPr>
        <p:spPr>
          <a:xfrm>
            <a:off x="2522730" y="1988840"/>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18" name="그림 17"/>
          <p:cNvPicPr>
            <a:picLocks noChangeAspect="1"/>
          </p:cNvPicPr>
          <p:nvPr/>
        </p:nvPicPr>
        <p:blipFill>
          <a:blip r:embed="rId2"/>
          <a:stretch>
            <a:fillRect/>
          </a:stretch>
        </p:blipFill>
        <p:spPr>
          <a:xfrm>
            <a:off x="3971441" y="3365272"/>
            <a:ext cx="526473" cy="564573"/>
          </a:xfrm>
          <a:prstGeom prst="rect">
            <a:avLst/>
          </a:prstGeom>
        </p:spPr>
      </p:pic>
      <p:sp>
        <p:nvSpPr>
          <p:cNvPr id="19" name="모서리가 둥근 직사각형 18"/>
          <p:cNvSpPr/>
          <p:nvPr/>
        </p:nvSpPr>
        <p:spPr>
          <a:xfrm>
            <a:off x="3737865" y="3253913"/>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21" name="그림 20"/>
          <p:cNvPicPr>
            <a:picLocks noChangeAspect="1"/>
          </p:cNvPicPr>
          <p:nvPr/>
        </p:nvPicPr>
        <p:blipFill>
          <a:blip r:embed="rId2"/>
          <a:stretch>
            <a:fillRect/>
          </a:stretch>
        </p:blipFill>
        <p:spPr>
          <a:xfrm>
            <a:off x="4611644" y="3371081"/>
            <a:ext cx="526473" cy="564573"/>
          </a:xfrm>
          <a:prstGeom prst="rect">
            <a:avLst/>
          </a:prstGeom>
        </p:spPr>
      </p:pic>
      <p:sp>
        <p:nvSpPr>
          <p:cNvPr id="22" name="TextBox 21"/>
          <p:cNvSpPr txBox="1"/>
          <p:nvPr/>
        </p:nvSpPr>
        <p:spPr>
          <a:xfrm>
            <a:off x="5361825" y="3358948"/>
            <a:ext cx="1520545"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Private Switch </a:t>
            </a:r>
            <a:r>
              <a:rPr lang="en-US" altLang="ko-KR" sz="700" dirty="0">
                <a:latin typeface="+mn-ea"/>
                <a:ea typeface="+mn-ea"/>
              </a:rPr>
              <a:t>(</a:t>
            </a:r>
            <a:r>
              <a:rPr lang="en-US" altLang="ko-KR" sz="700" dirty="0" smtClean="0">
                <a:latin typeface="+mn-ea"/>
                <a:ea typeface="+mn-ea"/>
              </a:rPr>
              <a:t>Active / Standby)</a:t>
            </a:r>
          </a:p>
          <a:p>
            <a:pPr algn="ctr">
              <a:lnSpc>
                <a:spcPct val="150000"/>
              </a:lnSpc>
            </a:pPr>
            <a:r>
              <a:rPr lang="en-US" altLang="ko-KR" sz="700" dirty="0" smtClean="0">
                <a:solidFill>
                  <a:srgbClr val="FF0000"/>
                </a:solidFill>
                <a:latin typeface="+mn-ea"/>
                <a:ea typeface="+mn-ea"/>
              </a:rPr>
              <a:t>= </a:t>
            </a:r>
            <a:r>
              <a:rPr lang="en-US" altLang="ko-KR" sz="700" b="1" dirty="0">
                <a:solidFill>
                  <a:srgbClr val="FF0000"/>
                </a:solidFill>
                <a:latin typeface="+mn-ea"/>
              </a:rPr>
              <a:t>Backbone</a:t>
            </a:r>
            <a:endParaRPr lang="en-US" altLang="ko-KR" sz="700" dirty="0" smtClean="0">
              <a:solidFill>
                <a:srgbClr val="FF0000"/>
              </a:solidFill>
              <a:latin typeface="+mn-ea"/>
              <a:ea typeface="+mn-ea"/>
            </a:endParaRPr>
          </a:p>
          <a:p>
            <a:pPr algn="ctr">
              <a:lnSpc>
                <a:spcPct val="150000"/>
              </a:lnSpc>
            </a:pPr>
            <a:r>
              <a:rPr lang="en-US" altLang="ko-KR" sz="700" dirty="0" smtClean="0">
                <a:latin typeface="+mn-ea"/>
                <a:ea typeface="+mn-ea"/>
              </a:rPr>
              <a:t>Traffic Control</a:t>
            </a:r>
            <a:endParaRPr lang="en-US" altLang="ko-KR" sz="700" dirty="0">
              <a:latin typeface="+mn-ea"/>
              <a:ea typeface="+mn-ea"/>
            </a:endParaRPr>
          </a:p>
        </p:txBody>
      </p:sp>
      <p:cxnSp>
        <p:nvCxnSpPr>
          <p:cNvPr id="24" name="직선 연결선 23"/>
          <p:cNvCxnSpPr>
            <a:stCxn id="19" idx="2"/>
          </p:cNvCxnSpPr>
          <p:nvPr/>
        </p:nvCxnSpPr>
        <p:spPr>
          <a:xfrm>
            <a:off x="4547865" y="4045913"/>
            <a:ext cx="0" cy="370071"/>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5385483" y="4498064"/>
            <a:ext cx="1592742"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rPr>
              <a:t>WMS DB </a:t>
            </a:r>
            <a:r>
              <a:rPr lang="en-US" altLang="ko-KR" sz="700" b="1" dirty="0">
                <a:solidFill>
                  <a:srgbClr val="FF0000"/>
                </a:solidFill>
                <a:latin typeface="+mn-ea"/>
              </a:rPr>
              <a:t>Server</a:t>
            </a:r>
            <a:r>
              <a:rPr lang="en-US" altLang="ko-KR" sz="700" dirty="0">
                <a:latin typeface="+mn-ea"/>
              </a:rPr>
              <a:t> (Active / Standby)</a:t>
            </a:r>
            <a:endParaRPr lang="en-US" altLang="ko-KR" sz="700" b="1" dirty="0">
              <a:solidFill>
                <a:srgbClr val="FF0000"/>
              </a:solidFill>
              <a:latin typeface="+mn-ea"/>
            </a:endParaRPr>
          </a:p>
          <a:p>
            <a:pPr algn="ctr">
              <a:lnSpc>
                <a:spcPct val="150000"/>
              </a:lnSpc>
            </a:pPr>
            <a:r>
              <a:rPr lang="en-US" altLang="ko-KR" sz="700" dirty="0" smtClean="0">
                <a:latin typeface="+mn-ea"/>
              </a:rPr>
              <a:t>ORACLE</a:t>
            </a:r>
            <a:endParaRPr lang="en-US" altLang="ko-KR" sz="700" dirty="0">
              <a:latin typeface="+mn-ea"/>
            </a:endParaRPr>
          </a:p>
          <a:p>
            <a:pPr algn="ctr">
              <a:lnSpc>
                <a:spcPct val="150000"/>
              </a:lnSpc>
            </a:pPr>
            <a:r>
              <a:rPr lang="en-US" altLang="ko-KR" sz="700" dirty="0">
                <a:latin typeface="+mn-ea"/>
              </a:rPr>
              <a:t>IP : 150.149.53.9</a:t>
            </a:r>
          </a:p>
        </p:txBody>
      </p:sp>
      <p:pic>
        <p:nvPicPr>
          <p:cNvPr id="27" name="그림 26"/>
          <p:cNvPicPr>
            <a:picLocks noChangeAspect="1"/>
          </p:cNvPicPr>
          <p:nvPr/>
        </p:nvPicPr>
        <p:blipFill>
          <a:blip r:embed="rId3"/>
          <a:stretch>
            <a:fillRect/>
          </a:stretch>
        </p:blipFill>
        <p:spPr>
          <a:xfrm>
            <a:off x="4188989" y="5805332"/>
            <a:ext cx="734378" cy="310039"/>
          </a:xfrm>
          <a:prstGeom prst="rect">
            <a:avLst/>
          </a:prstGeom>
        </p:spPr>
      </p:pic>
      <p:cxnSp>
        <p:nvCxnSpPr>
          <p:cNvPr id="28" name="직선 연결선 27"/>
          <p:cNvCxnSpPr>
            <a:stCxn id="37" idx="2"/>
            <a:endCxn id="53" idx="0"/>
          </p:cNvCxnSpPr>
          <p:nvPr/>
        </p:nvCxnSpPr>
        <p:spPr>
          <a:xfrm>
            <a:off x="4547865" y="5207984"/>
            <a:ext cx="8313" cy="376488"/>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5361826" y="5744878"/>
            <a:ext cx="836002" cy="415498"/>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Storage Server</a:t>
            </a:r>
            <a:endParaRPr lang="en-US" altLang="ko-KR" sz="700" dirty="0" smtClean="0">
              <a:latin typeface="+mn-ea"/>
              <a:ea typeface="+mn-ea"/>
            </a:endParaRPr>
          </a:p>
          <a:p>
            <a:pPr algn="ctr">
              <a:lnSpc>
                <a:spcPct val="150000"/>
              </a:lnSpc>
            </a:pPr>
            <a:r>
              <a:rPr lang="en-US" altLang="ko-KR" sz="700" dirty="0" smtClean="0">
                <a:latin typeface="+mn-ea"/>
                <a:ea typeface="+mn-ea"/>
              </a:rPr>
              <a:t>Data Storage</a:t>
            </a:r>
          </a:p>
        </p:txBody>
      </p:sp>
      <p:pic>
        <p:nvPicPr>
          <p:cNvPr id="30" name="그림 29"/>
          <p:cNvPicPr>
            <a:picLocks noChangeAspect="1"/>
          </p:cNvPicPr>
          <p:nvPr/>
        </p:nvPicPr>
        <p:blipFill>
          <a:blip r:embed="rId4"/>
          <a:stretch>
            <a:fillRect/>
          </a:stretch>
        </p:blipFill>
        <p:spPr>
          <a:xfrm>
            <a:off x="3889506" y="773705"/>
            <a:ext cx="1299210" cy="754380"/>
          </a:xfrm>
          <a:prstGeom prst="rect">
            <a:avLst/>
          </a:prstGeom>
        </p:spPr>
      </p:pic>
      <p:pic>
        <p:nvPicPr>
          <p:cNvPr id="32" name="그림 31"/>
          <p:cNvPicPr>
            <a:picLocks noChangeAspect="1"/>
          </p:cNvPicPr>
          <p:nvPr/>
        </p:nvPicPr>
        <p:blipFill>
          <a:blip r:embed="rId5"/>
          <a:stretch>
            <a:fillRect/>
          </a:stretch>
        </p:blipFill>
        <p:spPr>
          <a:xfrm>
            <a:off x="2613762" y="2235509"/>
            <a:ext cx="713033" cy="251460"/>
          </a:xfrm>
          <a:prstGeom prst="rect">
            <a:avLst/>
          </a:prstGeom>
        </p:spPr>
      </p:pic>
      <p:pic>
        <p:nvPicPr>
          <p:cNvPr id="33" name="그림 32"/>
          <p:cNvPicPr>
            <a:picLocks noChangeAspect="1"/>
          </p:cNvPicPr>
          <p:nvPr/>
        </p:nvPicPr>
        <p:blipFill>
          <a:blip r:embed="rId5"/>
          <a:stretch>
            <a:fillRect/>
          </a:stretch>
        </p:blipFill>
        <p:spPr>
          <a:xfrm>
            <a:off x="3326795" y="2235509"/>
            <a:ext cx="713033" cy="251460"/>
          </a:xfrm>
          <a:prstGeom prst="rect">
            <a:avLst/>
          </a:prstGeom>
        </p:spPr>
      </p:pic>
      <p:cxnSp>
        <p:nvCxnSpPr>
          <p:cNvPr id="39" name="꺾인 연결선 38"/>
          <p:cNvCxnSpPr>
            <a:stCxn id="13" idx="1"/>
            <a:endCxn id="44" idx="0"/>
          </p:cNvCxnSpPr>
          <p:nvPr/>
        </p:nvCxnSpPr>
        <p:spPr bwMode="auto">
          <a:xfrm rot="10800000" flipV="1">
            <a:off x="2387806" y="2384840"/>
            <a:ext cx="134925" cy="887734"/>
          </a:xfrm>
          <a:prstGeom prst="bentConnector2">
            <a:avLst/>
          </a:prstGeom>
          <a:solidFill>
            <a:schemeClr val="accent1"/>
          </a:solidFill>
          <a:ln w="12700" cap="flat" cmpd="sng" algn="ctr">
            <a:solidFill>
              <a:schemeClr val="accent1">
                <a:lumMod val="75000"/>
              </a:schemeClr>
            </a:solidFill>
            <a:prstDash val="sysDot"/>
            <a:round/>
            <a:headEnd type="none" w="med" len="med"/>
            <a:tailEnd type="none" w="med" len="med"/>
          </a:ln>
          <a:effectLst/>
        </p:spPr>
      </p:cxnSp>
      <p:cxnSp>
        <p:nvCxnSpPr>
          <p:cNvPr id="41" name="꺾인 연결선 40"/>
          <p:cNvCxnSpPr>
            <a:stCxn id="13" idx="3"/>
            <a:endCxn id="19" idx="0"/>
          </p:cNvCxnSpPr>
          <p:nvPr/>
        </p:nvCxnSpPr>
        <p:spPr bwMode="auto">
          <a:xfrm>
            <a:off x="4142730" y="2384840"/>
            <a:ext cx="405135" cy="869073"/>
          </a:xfrm>
          <a:prstGeom prst="bentConnector2">
            <a:avLst/>
          </a:prstGeom>
          <a:solidFill>
            <a:schemeClr val="accent1"/>
          </a:solidFill>
          <a:ln w="12700" cap="flat" cmpd="sng" algn="ctr">
            <a:solidFill>
              <a:schemeClr val="accent1">
                <a:lumMod val="75000"/>
              </a:schemeClr>
            </a:solidFill>
            <a:prstDash val="sysDot"/>
            <a:round/>
            <a:headEnd type="none" w="med" len="med"/>
            <a:tailEnd type="none" w="med" len="med"/>
          </a:ln>
          <a:effectLst/>
        </p:spPr>
      </p:cxnSp>
      <p:pic>
        <p:nvPicPr>
          <p:cNvPr id="35" name="Picture 3"/>
          <p:cNvPicPr>
            <a:picLocks noChangeAspect="1" noChangeArrowheads="1"/>
          </p:cNvPicPr>
          <p:nvPr/>
        </p:nvPicPr>
        <p:blipFill>
          <a:blip r:embed="rId6" cstate="print"/>
          <a:srcRect/>
          <a:stretch>
            <a:fillRect/>
          </a:stretch>
        </p:blipFill>
        <p:spPr bwMode="auto">
          <a:xfrm>
            <a:off x="3834354" y="4709855"/>
            <a:ext cx="713511" cy="246382"/>
          </a:xfrm>
          <a:prstGeom prst="rect">
            <a:avLst/>
          </a:prstGeom>
          <a:noFill/>
          <a:ln w="9525">
            <a:noFill/>
            <a:miter lim="800000"/>
            <a:headEnd/>
            <a:tailEnd/>
          </a:ln>
        </p:spPr>
      </p:pic>
      <p:pic>
        <p:nvPicPr>
          <p:cNvPr id="36" name="Picture 3"/>
          <p:cNvPicPr>
            <a:picLocks noChangeAspect="1" noChangeArrowheads="1"/>
          </p:cNvPicPr>
          <p:nvPr/>
        </p:nvPicPr>
        <p:blipFill>
          <a:blip r:embed="rId6" cstate="print"/>
          <a:srcRect/>
          <a:stretch>
            <a:fillRect/>
          </a:stretch>
        </p:blipFill>
        <p:spPr bwMode="auto">
          <a:xfrm>
            <a:off x="4563965" y="4696861"/>
            <a:ext cx="713511" cy="246382"/>
          </a:xfrm>
          <a:prstGeom prst="rect">
            <a:avLst/>
          </a:prstGeom>
          <a:noFill/>
          <a:ln w="9525">
            <a:noFill/>
            <a:miter lim="800000"/>
            <a:headEnd/>
            <a:tailEnd/>
          </a:ln>
        </p:spPr>
      </p:pic>
      <p:sp>
        <p:nvSpPr>
          <p:cNvPr id="37" name="모서리가 둥근 직사각형 36"/>
          <p:cNvSpPr/>
          <p:nvPr/>
        </p:nvSpPr>
        <p:spPr>
          <a:xfrm>
            <a:off x="3737865" y="4415984"/>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40" name="Picture 5"/>
          <p:cNvPicPr>
            <a:picLocks noChangeAspect="1" noChangeArrowheads="1"/>
          </p:cNvPicPr>
          <p:nvPr/>
        </p:nvPicPr>
        <p:blipFill>
          <a:blip r:embed="rId7" cstate="print"/>
          <a:srcRect/>
          <a:stretch>
            <a:fillRect/>
          </a:stretch>
        </p:blipFill>
        <p:spPr bwMode="auto">
          <a:xfrm>
            <a:off x="1692333" y="3536340"/>
            <a:ext cx="688188" cy="263648"/>
          </a:xfrm>
          <a:prstGeom prst="rect">
            <a:avLst/>
          </a:prstGeom>
          <a:noFill/>
          <a:ln w="9525">
            <a:noFill/>
            <a:miter lim="800000"/>
            <a:headEnd/>
            <a:tailEnd/>
          </a:ln>
        </p:spPr>
      </p:pic>
      <p:sp>
        <p:nvSpPr>
          <p:cNvPr id="42" name="TextBox 41"/>
          <p:cNvSpPr txBox="1"/>
          <p:nvPr/>
        </p:nvSpPr>
        <p:spPr>
          <a:xfrm>
            <a:off x="92460" y="3383995"/>
            <a:ext cx="1475877"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Public Switch </a:t>
            </a:r>
            <a:r>
              <a:rPr lang="en-US" altLang="ko-KR" sz="700" dirty="0" smtClean="0">
                <a:latin typeface="+mn-ea"/>
                <a:ea typeface="+mn-ea"/>
              </a:rPr>
              <a:t>(Active / Standby)</a:t>
            </a:r>
          </a:p>
          <a:p>
            <a:pPr algn="ctr">
              <a:lnSpc>
                <a:spcPct val="150000"/>
              </a:lnSpc>
            </a:pPr>
            <a:r>
              <a:rPr lang="en-US" altLang="ko-KR" sz="700" dirty="0" smtClean="0">
                <a:latin typeface="+mn-ea"/>
                <a:ea typeface="+mn-ea"/>
              </a:rPr>
              <a:t>IP : 221.149.41.14</a:t>
            </a:r>
          </a:p>
          <a:p>
            <a:pPr algn="ctr">
              <a:lnSpc>
                <a:spcPct val="150000"/>
              </a:lnSpc>
            </a:pPr>
            <a:r>
              <a:rPr lang="en-US" altLang="ko-KR" sz="700" dirty="0">
                <a:latin typeface="+mn-ea"/>
              </a:rPr>
              <a:t>192.168.20.252</a:t>
            </a:r>
          </a:p>
        </p:txBody>
      </p:sp>
      <p:pic>
        <p:nvPicPr>
          <p:cNvPr id="43" name="Picture 5"/>
          <p:cNvPicPr>
            <a:picLocks noChangeAspect="1" noChangeArrowheads="1"/>
          </p:cNvPicPr>
          <p:nvPr/>
        </p:nvPicPr>
        <p:blipFill>
          <a:blip r:embed="rId7" cstate="print"/>
          <a:srcRect/>
          <a:stretch>
            <a:fillRect/>
          </a:stretch>
        </p:blipFill>
        <p:spPr bwMode="auto">
          <a:xfrm>
            <a:off x="2398007" y="3527657"/>
            <a:ext cx="688188" cy="263648"/>
          </a:xfrm>
          <a:prstGeom prst="rect">
            <a:avLst/>
          </a:prstGeom>
          <a:noFill/>
          <a:ln w="9525">
            <a:noFill/>
            <a:miter lim="800000"/>
            <a:headEnd/>
            <a:tailEnd/>
          </a:ln>
        </p:spPr>
      </p:pic>
      <p:sp>
        <p:nvSpPr>
          <p:cNvPr id="44" name="모서리가 둥근 직사각형 43"/>
          <p:cNvSpPr/>
          <p:nvPr/>
        </p:nvSpPr>
        <p:spPr>
          <a:xfrm>
            <a:off x="1577805" y="3272574"/>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48" name="Picture 5"/>
          <p:cNvPicPr>
            <a:picLocks noChangeAspect="1" noChangeArrowheads="1"/>
          </p:cNvPicPr>
          <p:nvPr/>
        </p:nvPicPr>
        <p:blipFill>
          <a:blip r:embed="rId7" cstate="print"/>
          <a:srcRect/>
          <a:stretch>
            <a:fillRect/>
          </a:stretch>
        </p:blipFill>
        <p:spPr bwMode="auto">
          <a:xfrm>
            <a:off x="1695811" y="4724560"/>
            <a:ext cx="688188" cy="263648"/>
          </a:xfrm>
          <a:prstGeom prst="rect">
            <a:avLst/>
          </a:prstGeom>
          <a:noFill/>
          <a:ln w="9525">
            <a:noFill/>
            <a:miter lim="800000"/>
            <a:headEnd/>
            <a:tailEnd/>
          </a:ln>
        </p:spPr>
      </p:pic>
      <p:pic>
        <p:nvPicPr>
          <p:cNvPr id="49" name="Picture 5"/>
          <p:cNvPicPr>
            <a:picLocks noChangeAspect="1" noChangeArrowheads="1"/>
          </p:cNvPicPr>
          <p:nvPr/>
        </p:nvPicPr>
        <p:blipFill>
          <a:blip r:embed="rId7" cstate="print"/>
          <a:srcRect/>
          <a:stretch>
            <a:fillRect/>
          </a:stretch>
        </p:blipFill>
        <p:spPr bwMode="auto">
          <a:xfrm>
            <a:off x="2401485" y="4715877"/>
            <a:ext cx="688188" cy="263648"/>
          </a:xfrm>
          <a:prstGeom prst="rect">
            <a:avLst/>
          </a:prstGeom>
          <a:noFill/>
          <a:ln w="9525">
            <a:noFill/>
            <a:miter lim="800000"/>
            <a:headEnd/>
            <a:tailEnd/>
          </a:ln>
        </p:spPr>
      </p:pic>
      <p:sp>
        <p:nvSpPr>
          <p:cNvPr id="50" name="모서리가 둥근 직사각형 49"/>
          <p:cNvSpPr/>
          <p:nvPr/>
        </p:nvSpPr>
        <p:spPr>
          <a:xfrm>
            <a:off x="1581283" y="4460794"/>
            <a:ext cx="1620000" cy="79200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56" name="Picture 4"/>
          <p:cNvPicPr>
            <a:picLocks noChangeAspect="1" noChangeArrowheads="1"/>
          </p:cNvPicPr>
          <p:nvPr/>
        </p:nvPicPr>
        <p:blipFill>
          <a:blip r:embed="rId8" cstate="print"/>
          <a:srcRect/>
          <a:stretch>
            <a:fillRect/>
          </a:stretch>
        </p:blipFill>
        <p:spPr bwMode="auto">
          <a:xfrm>
            <a:off x="1383591" y="5890517"/>
            <a:ext cx="783683" cy="260032"/>
          </a:xfrm>
          <a:prstGeom prst="rect">
            <a:avLst/>
          </a:prstGeom>
          <a:noFill/>
          <a:ln w="9525">
            <a:noFill/>
            <a:miter lim="800000"/>
            <a:headEnd/>
            <a:tailEnd/>
          </a:ln>
        </p:spPr>
      </p:pic>
      <p:pic>
        <p:nvPicPr>
          <p:cNvPr id="57" name="Picture 4"/>
          <p:cNvPicPr>
            <a:picLocks noChangeAspect="1" noChangeArrowheads="1"/>
          </p:cNvPicPr>
          <p:nvPr/>
        </p:nvPicPr>
        <p:blipFill>
          <a:blip r:embed="rId8" cstate="print"/>
          <a:srcRect/>
          <a:stretch>
            <a:fillRect/>
          </a:stretch>
        </p:blipFill>
        <p:spPr bwMode="auto">
          <a:xfrm>
            <a:off x="2114198" y="5900271"/>
            <a:ext cx="783683" cy="260032"/>
          </a:xfrm>
          <a:prstGeom prst="rect">
            <a:avLst/>
          </a:prstGeom>
          <a:noFill/>
          <a:ln w="9525">
            <a:noFill/>
            <a:miter lim="800000"/>
            <a:headEnd/>
            <a:tailEnd/>
          </a:ln>
        </p:spPr>
      </p:pic>
      <p:sp>
        <p:nvSpPr>
          <p:cNvPr id="58" name="TextBox 57"/>
          <p:cNvSpPr txBox="1"/>
          <p:nvPr/>
        </p:nvSpPr>
        <p:spPr>
          <a:xfrm>
            <a:off x="5978" y="5731993"/>
            <a:ext cx="1372135" cy="738664"/>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WAS Server </a:t>
            </a:r>
            <a:r>
              <a:rPr lang="en-US" altLang="ko-KR" sz="700" dirty="0">
                <a:latin typeface="+mn-ea"/>
                <a:ea typeface="+mn-ea"/>
              </a:rPr>
              <a:t>(</a:t>
            </a:r>
            <a:r>
              <a:rPr lang="en-US" altLang="ko-KR" sz="700" dirty="0" smtClean="0">
                <a:latin typeface="+mn-ea"/>
                <a:ea typeface="+mn-ea"/>
              </a:rPr>
              <a:t>Active / Active)</a:t>
            </a:r>
          </a:p>
          <a:p>
            <a:pPr algn="ctr">
              <a:lnSpc>
                <a:spcPct val="150000"/>
              </a:lnSpc>
            </a:pPr>
            <a:r>
              <a:rPr lang="en-US" altLang="ko-KR" sz="700" dirty="0" smtClean="0">
                <a:latin typeface="+mn-ea"/>
                <a:ea typeface="+mn-ea"/>
              </a:rPr>
              <a:t>WEB/WAS Service</a:t>
            </a:r>
          </a:p>
          <a:p>
            <a:pPr algn="ctr">
              <a:lnSpc>
                <a:spcPct val="150000"/>
              </a:lnSpc>
            </a:pPr>
            <a:r>
              <a:rPr lang="en-US" altLang="ko-KR" sz="700" dirty="0" smtClean="0">
                <a:latin typeface="+mn-ea"/>
                <a:ea typeface="+mn-ea"/>
              </a:rPr>
              <a:t>IP </a:t>
            </a:r>
            <a:r>
              <a:rPr lang="en-US" altLang="ko-KR" sz="700" dirty="0">
                <a:latin typeface="+mn-ea"/>
                <a:ea typeface="+mn-ea"/>
              </a:rPr>
              <a:t>: </a:t>
            </a:r>
            <a:r>
              <a:rPr lang="en-US" altLang="ko-KR" sz="700" dirty="0" smtClean="0">
                <a:latin typeface="+mn-ea"/>
                <a:ea typeface="+mn-ea"/>
              </a:rPr>
              <a:t>192.168.20.55 / </a:t>
            </a:r>
            <a:r>
              <a:rPr lang="en-US" altLang="ko-KR" sz="700" dirty="0" smtClean="0">
                <a:latin typeface="+mn-ea"/>
                <a:ea typeface="+mn-ea"/>
              </a:rPr>
              <a:t>56 </a:t>
            </a:r>
          </a:p>
          <a:p>
            <a:pPr algn="ctr">
              <a:lnSpc>
                <a:spcPct val="150000"/>
              </a:lnSpc>
            </a:pPr>
            <a:r>
              <a:rPr lang="en-US" altLang="ko-KR" sz="700" dirty="0" smtClean="0">
                <a:latin typeface="+mn-ea"/>
                <a:ea typeface="+mn-ea"/>
              </a:rPr>
              <a:t>/ 59(Batch)</a:t>
            </a:r>
          </a:p>
        </p:txBody>
      </p:sp>
      <p:sp>
        <p:nvSpPr>
          <p:cNvPr id="59" name="모서리가 둥근 직사각형 58"/>
          <p:cNvSpPr/>
          <p:nvPr/>
        </p:nvSpPr>
        <p:spPr>
          <a:xfrm>
            <a:off x="1378114" y="5612263"/>
            <a:ext cx="2224736" cy="79200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cxnSp>
        <p:nvCxnSpPr>
          <p:cNvPr id="61" name="직선 연결선 60"/>
          <p:cNvCxnSpPr>
            <a:stCxn id="50" idx="2"/>
          </p:cNvCxnSpPr>
          <p:nvPr/>
        </p:nvCxnSpPr>
        <p:spPr>
          <a:xfrm flipH="1">
            <a:off x="2387804" y="5252794"/>
            <a:ext cx="3479" cy="359469"/>
          </a:xfrm>
          <a:prstGeom prst="line">
            <a:avLst/>
          </a:prstGeom>
          <a:ln w="12700">
            <a:solidFill>
              <a:srgbClr val="FFC000"/>
            </a:solidFill>
            <a:prstDash val="sysDot"/>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208540" y="4587234"/>
            <a:ext cx="1369085"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L4 Switch </a:t>
            </a:r>
            <a:r>
              <a:rPr lang="en-US" altLang="ko-KR" sz="700" dirty="0" smtClean="0">
                <a:latin typeface="+mn-ea"/>
                <a:ea typeface="+mn-ea"/>
              </a:rPr>
              <a:t>(Active / Standby)</a:t>
            </a:r>
          </a:p>
          <a:p>
            <a:pPr algn="ctr">
              <a:lnSpc>
                <a:spcPct val="150000"/>
              </a:lnSpc>
            </a:pPr>
            <a:r>
              <a:rPr lang="en-US" altLang="ko-KR" sz="700" dirty="0" smtClean="0">
                <a:latin typeface="+mn-ea"/>
                <a:ea typeface="+mn-ea"/>
              </a:rPr>
              <a:t>Load Balancing</a:t>
            </a:r>
          </a:p>
          <a:p>
            <a:pPr algn="ctr">
              <a:lnSpc>
                <a:spcPct val="150000"/>
              </a:lnSpc>
            </a:pPr>
            <a:r>
              <a:rPr lang="en-US" altLang="ko-KR" sz="700" dirty="0" smtClean="0">
                <a:latin typeface="+mn-ea"/>
                <a:ea typeface="+mn-ea"/>
              </a:rPr>
              <a:t>IP : </a:t>
            </a:r>
            <a:r>
              <a:rPr lang="en-US" altLang="ko-KR" sz="700" dirty="0" smtClean="0">
                <a:latin typeface="+mn-ea"/>
              </a:rPr>
              <a:t>192.168.20.54</a:t>
            </a:r>
            <a:endParaRPr lang="en-US" altLang="ko-KR" sz="700" dirty="0" smtClean="0">
              <a:latin typeface="+mn-ea"/>
              <a:ea typeface="+mn-ea"/>
            </a:endParaRPr>
          </a:p>
        </p:txBody>
      </p:sp>
      <p:cxnSp>
        <p:nvCxnSpPr>
          <p:cNvPr id="66" name="꺾인 연결선 65"/>
          <p:cNvCxnSpPr>
            <a:stCxn id="44" idx="2"/>
            <a:endCxn id="50" idx="0"/>
          </p:cNvCxnSpPr>
          <p:nvPr/>
        </p:nvCxnSpPr>
        <p:spPr bwMode="auto">
          <a:xfrm rot="16200000" flipH="1">
            <a:off x="2191434" y="4260945"/>
            <a:ext cx="396220" cy="3478"/>
          </a:xfrm>
          <a:prstGeom prst="bentConnector3">
            <a:avLst>
              <a:gd name="adj1" fmla="val 50000"/>
            </a:avLst>
          </a:prstGeom>
          <a:solidFill>
            <a:schemeClr val="accent1"/>
          </a:solidFill>
          <a:ln w="12700" cap="flat" cmpd="sng" algn="ctr">
            <a:solidFill>
              <a:srgbClr val="FFC000"/>
            </a:solidFill>
            <a:prstDash val="sysDot"/>
            <a:round/>
            <a:headEnd type="none" w="med" len="med"/>
            <a:tailEnd type="none" w="med" len="med"/>
          </a:ln>
          <a:effectLst/>
        </p:spPr>
      </p:cxnSp>
      <p:sp>
        <p:nvSpPr>
          <p:cNvPr id="67" name="TextBox 66"/>
          <p:cNvSpPr txBox="1"/>
          <p:nvPr/>
        </p:nvSpPr>
        <p:spPr>
          <a:xfrm>
            <a:off x="2663684" y="2793410"/>
            <a:ext cx="1369085" cy="415498"/>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Firewall </a:t>
            </a:r>
            <a:r>
              <a:rPr lang="en-US" altLang="ko-KR" sz="700" dirty="0" smtClean="0">
                <a:latin typeface="+mn-ea"/>
                <a:ea typeface="+mn-ea"/>
              </a:rPr>
              <a:t>(Active / Standby)</a:t>
            </a:r>
          </a:p>
          <a:p>
            <a:pPr algn="ctr">
              <a:lnSpc>
                <a:spcPct val="150000"/>
              </a:lnSpc>
            </a:pPr>
            <a:r>
              <a:rPr lang="en-US" altLang="ko-KR" sz="700" dirty="0" smtClean="0">
                <a:latin typeface="+mn-ea"/>
                <a:ea typeface="+mn-ea"/>
              </a:rPr>
              <a:t>Access Control</a:t>
            </a:r>
          </a:p>
        </p:txBody>
      </p:sp>
      <p:sp>
        <p:nvSpPr>
          <p:cNvPr id="52" name="TextBox 51"/>
          <p:cNvSpPr txBox="1"/>
          <p:nvPr/>
        </p:nvSpPr>
        <p:spPr>
          <a:xfrm>
            <a:off x="1896138" y="5492620"/>
            <a:ext cx="945105" cy="253916"/>
          </a:xfrm>
          <a:prstGeom prst="rect">
            <a:avLst/>
          </a:prstGeom>
          <a:solidFill>
            <a:srgbClr val="FFFFFF"/>
          </a:solidFill>
        </p:spPr>
        <p:txBody>
          <a:bodyPr wrap="square" rtlCol="0">
            <a:spAutoFit/>
          </a:bodyPr>
          <a:lstStyle/>
          <a:p>
            <a:pPr algn="ctr">
              <a:lnSpc>
                <a:spcPct val="150000"/>
              </a:lnSpc>
            </a:pPr>
            <a:r>
              <a:rPr lang="en-US" altLang="ko-KR" sz="700" b="1" dirty="0" smtClean="0">
                <a:solidFill>
                  <a:schemeClr val="accent1"/>
                </a:solidFill>
                <a:latin typeface="+mn-ea"/>
                <a:ea typeface="+mn-ea"/>
              </a:rPr>
              <a:t>NUTANIX</a:t>
            </a:r>
            <a:r>
              <a:rPr lang="ko-KR" altLang="en-US" sz="700" b="1" dirty="0" smtClean="0">
                <a:solidFill>
                  <a:schemeClr val="accent1"/>
                </a:solidFill>
                <a:latin typeface="+mn-ea"/>
                <a:ea typeface="+mn-ea"/>
              </a:rPr>
              <a:t> </a:t>
            </a:r>
            <a:r>
              <a:rPr lang="en-US" altLang="ko-KR" sz="700" b="1" dirty="0" smtClean="0">
                <a:solidFill>
                  <a:schemeClr val="accent1"/>
                </a:solidFill>
                <a:latin typeface="+mn-ea"/>
                <a:ea typeface="+mn-ea"/>
              </a:rPr>
              <a:t>Public</a:t>
            </a:r>
            <a:endParaRPr lang="en-US" altLang="ko-KR" sz="700" dirty="0" smtClean="0">
              <a:solidFill>
                <a:schemeClr val="accent1"/>
              </a:solidFill>
              <a:latin typeface="+mn-ea"/>
              <a:ea typeface="+mn-ea"/>
            </a:endParaRPr>
          </a:p>
        </p:txBody>
      </p:sp>
      <p:sp>
        <p:nvSpPr>
          <p:cNvPr id="53" name="모서리가 둥근 직사각형 52"/>
          <p:cNvSpPr/>
          <p:nvPr/>
        </p:nvSpPr>
        <p:spPr>
          <a:xfrm>
            <a:off x="3746178" y="5584472"/>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cxnSp>
        <p:nvCxnSpPr>
          <p:cNvPr id="45" name="꺾인 연결선 44"/>
          <p:cNvCxnSpPr>
            <a:stCxn id="30" idx="2"/>
            <a:endCxn id="13" idx="0"/>
          </p:cNvCxnSpPr>
          <p:nvPr/>
        </p:nvCxnSpPr>
        <p:spPr bwMode="auto">
          <a:xfrm rot="5400000">
            <a:off x="3705544" y="1155272"/>
            <a:ext cx="460755" cy="1206381"/>
          </a:xfrm>
          <a:prstGeom prst="bentConnector3">
            <a:avLst>
              <a:gd name="adj1" fmla="val 50000"/>
            </a:avLst>
          </a:prstGeom>
          <a:solidFill>
            <a:schemeClr val="accent1"/>
          </a:solidFill>
          <a:ln w="12700" cap="flat" cmpd="sng" algn="ctr">
            <a:solidFill>
              <a:schemeClr val="accent1">
                <a:lumMod val="75000"/>
              </a:schemeClr>
            </a:solidFill>
            <a:prstDash val="sysDot"/>
            <a:round/>
            <a:headEnd type="none" w="med" len="med"/>
            <a:tailEnd type="none" w="med" len="med"/>
          </a:ln>
          <a:effectLst/>
        </p:spPr>
      </p:cxnSp>
      <p:cxnSp>
        <p:nvCxnSpPr>
          <p:cNvPr id="46" name="꺾인 연결선 45"/>
          <p:cNvCxnSpPr>
            <a:stCxn id="30" idx="2"/>
            <a:endCxn id="51" idx="0"/>
          </p:cNvCxnSpPr>
          <p:nvPr/>
        </p:nvCxnSpPr>
        <p:spPr bwMode="auto">
          <a:xfrm rot="16200000" flipH="1">
            <a:off x="4965561" y="1101635"/>
            <a:ext cx="460755" cy="1313654"/>
          </a:xfrm>
          <a:prstGeom prst="bentConnector3">
            <a:avLst>
              <a:gd name="adj1" fmla="val 50000"/>
            </a:avLst>
          </a:prstGeom>
          <a:solidFill>
            <a:schemeClr val="accent1"/>
          </a:solidFill>
          <a:ln w="12700" cap="flat" cmpd="sng" algn="ctr">
            <a:solidFill>
              <a:schemeClr val="accent1">
                <a:lumMod val="75000"/>
              </a:schemeClr>
            </a:solidFill>
            <a:prstDash val="sysDot"/>
            <a:round/>
            <a:headEnd type="none" w="med" len="med"/>
            <a:tailEnd type="none" w="med" len="med"/>
          </a:ln>
          <a:effectLst/>
        </p:spPr>
      </p:cxnSp>
      <p:sp>
        <p:nvSpPr>
          <p:cNvPr id="51" name="모서리가 둥근 직사각형 50"/>
          <p:cNvSpPr/>
          <p:nvPr/>
        </p:nvSpPr>
        <p:spPr>
          <a:xfrm>
            <a:off x="5042765" y="1988840"/>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54" name="그림 53"/>
          <p:cNvPicPr>
            <a:picLocks noChangeAspect="1"/>
          </p:cNvPicPr>
          <p:nvPr/>
        </p:nvPicPr>
        <p:blipFill>
          <a:blip r:embed="rId5"/>
          <a:stretch>
            <a:fillRect/>
          </a:stretch>
        </p:blipFill>
        <p:spPr>
          <a:xfrm>
            <a:off x="5133797" y="2235509"/>
            <a:ext cx="713033" cy="251460"/>
          </a:xfrm>
          <a:prstGeom prst="rect">
            <a:avLst/>
          </a:prstGeom>
        </p:spPr>
      </p:pic>
      <p:pic>
        <p:nvPicPr>
          <p:cNvPr id="55" name="그림 54"/>
          <p:cNvPicPr>
            <a:picLocks noChangeAspect="1"/>
          </p:cNvPicPr>
          <p:nvPr/>
        </p:nvPicPr>
        <p:blipFill>
          <a:blip r:embed="rId5"/>
          <a:stretch>
            <a:fillRect/>
          </a:stretch>
        </p:blipFill>
        <p:spPr>
          <a:xfrm>
            <a:off x="5846830" y="2235509"/>
            <a:ext cx="713033" cy="251460"/>
          </a:xfrm>
          <a:prstGeom prst="rect">
            <a:avLst/>
          </a:prstGeom>
        </p:spPr>
      </p:pic>
      <p:sp>
        <p:nvSpPr>
          <p:cNvPr id="60" name="TextBox 59"/>
          <p:cNvSpPr txBox="1"/>
          <p:nvPr/>
        </p:nvSpPr>
        <p:spPr>
          <a:xfrm>
            <a:off x="5213472" y="2781479"/>
            <a:ext cx="1369085" cy="415498"/>
          </a:xfrm>
          <a:prstGeom prst="rect">
            <a:avLst/>
          </a:prstGeom>
          <a:noFill/>
        </p:spPr>
        <p:txBody>
          <a:bodyPr wrap="square" rtlCol="0">
            <a:spAutoFit/>
          </a:bodyPr>
          <a:lstStyle/>
          <a:p>
            <a:pPr algn="ctr">
              <a:lnSpc>
                <a:spcPct val="150000"/>
              </a:lnSpc>
            </a:pPr>
            <a:r>
              <a:rPr lang="ko-KR" altLang="en-US" sz="700" b="1" dirty="0" smtClean="0">
                <a:solidFill>
                  <a:srgbClr val="FF0000"/>
                </a:solidFill>
                <a:latin typeface="+mn-ea"/>
                <a:ea typeface="+mn-ea"/>
              </a:rPr>
              <a:t>본사 </a:t>
            </a:r>
            <a:r>
              <a:rPr lang="en-US" altLang="ko-KR" sz="700" b="1" dirty="0" smtClean="0">
                <a:solidFill>
                  <a:srgbClr val="FF0000"/>
                </a:solidFill>
                <a:latin typeface="+mn-ea"/>
                <a:ea typeface="+mn-ea"/>
              </a:rPr>
              <a:t>VPN </a:t>
            </a:r>
            <a:r>
              <a:rPr lang="en-US" altLang="ko-KR" sz="700" dirty="0" smtClean="0">
                <a:latin typeface="+mn-ea"/>
                <a:ea typeface="+mn-ea"/>
              </a:rPr>
              <a:t>(Active / Standby)</a:t>
            </a:r>
          </a:p>
          <a:p>
            <a:pPr algn="ctr">
              <a:lnSpc>
                <a:spcPct val="150000"/>
              </a:lnSpc>
            </a:pPr>
            <a:r>
              <a:rPr lang="en-US" altLang="ko-KR" sz="700" dirty="0" smtClean="0">
                <a:latin typeface="+mn-ea"/>
                <a:ea typeface="+mn-ea"/>
              </a:rPr>
              <a:t>Virtual Private Network</a:t>
            </a:r>
          </a:p>
        </p:txBody>
      </p:sp>
      <p:pic>
        <p:nvPicPr>
          <p:cNvPr id="62" name="그림 61"/>
          <p:cNvPicPr>
            <a:picLocks noChangeAspect="1"/>
          </p:cNvPicPr>
          <p:nvPr/>
        </p:nvPicPr>
        <p:blipFill>
          <a:blip r:embed="rId5"/>
          <a:stretch>
            <a:fillRect/>
          </a:stretch>
        </p:blipFill>
        <p:spPr>
          <a:xfrm>
            <a:off x="7457689" y="3110371"/>
            <a:ext cx="713033" cy="251460"/>
          </a:xfrm>
          <a:prstGeom prst="rect">
            <a:avLst/>
          </a:prstGeom>
        </p:spPr>
      </p:pic>
      <p:sp>
        <p:nvSpPr>
          <p:cNvPr id="63" name="모서리가 둥근 직사각형 62"/>
          <p:cNvSpPr/>
          <p:nvPr/>
        </p:nvSpPr>
        <p:spPr>
          <a:xfrm>
            <a:off x="7360723" y="2831418"/>
            <a:ext cx="95095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sp>
        <p:nvSpPr>
          <p:cNvPr id="65" name="TextBox 64"/>
          <p:cNvSpPr txBox="1"/>
          <p:nvPr/>
        </p:nvSpPr>
        <p:spPr>
          <a:xfrm>
            <a:off x="7151655" y="3635989"/>
            <a:ext cx="1369085" cy="415498"/>
          </a:xfrm>
          <a:prstGeom prst="rect">
            <a:avLst/>
          </a:prstGeom>
          <a:noFill/>
        </p:spPr>
        <p:txBody>
          <a:bodyPr wrap="square" rtlCol="0">
            <a:spAutoFit/>
          </a:bodyPr>
          <a:lstStyle/>
          <a:p>
            <a:pPr algn="ctr">
              <a:lnSpc>
                <a:spcPct val="150000"/>
              </a:lnSpc>
            </a:pPr>
            <a:r>
              <a:rPr lang="ko-KR" altLang="en-US" sz="700" b="1" dirty="0" smtClean="0">
                <a:solidFill>
                  <a:srgbClr val="FF0000"/>
                </a:solidFill>
                <a:latin typeface="+mn-ea"/>
                <a:ea typeface="+mn-ea"/>
              </a:rPr>
              <a:t>천안 </a:t>
            </a:r>
            <a:r>
              <a:rPr lang="en-US" altLang="ko-KR" sz="700" b="1" dirty="0" smtClean="0">
                <a:solidFill>
                  <a:srgbClr val="FF0000"/>
                </a:solidFill>
                <a:latin typeface="+mn-ea"/>
                <a:ea typeface="+mn-ea"/>
              </a:rPr>
              <a:t>VPN </a:t>
            </a:r>
            <a:r>
              <a:rPr lang="en-US" altLang="ko-KR" sz="700" dirty="0" smtClean="0">
                <a:latin typeface="+mn-ea"/>
                <a:ea typeface="+mn-ea"/>
              </a:rPr>
              <a:t>(Active)</a:t>
            </a:r>
          </a:p>
          <a:p>
            <a:pPr algn="ctr">
              <a:lnSpc>
                <a:spcPct val="150000"/>
              </a:lnSpc>
            </a:pPr>
            <a:r>
              <a:rPr lang="en-US" altLang="ko-KR" sz="700" dirty="0" smtClean="0">
                <a:latin typeface="+mn-ea"/>
                <a:ea typeface="+mn-ea"/>
              </a:rPr>
              <a:t>Virtual Private Network</a:t>
            </a:r>
          </a:p>
        </p:txBody>
      </p:sp>
      <p:sp>
        <p:nvSpPr>
          <p:cNvPr id="68" name="모서리가 둥근 직사각형 67"/>
          <p:cNvSpPr/>
          <p:nvPr/>
        </p:nvSpPr>
        <p:spPr>
          <a:xfrm>
            <a:off x="7362845" y="1271673"/>
            <a:ext cx="95095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sp>
        <p:nvSpPr>
          <p:cNvPr id="69" name="TextBox 68"/>
          <p:cNvSpPr txBox="1"/>
          <p:nvPr/>
        </p:nvSpPr>
        <p:spPr>
          <a:xfrm>
            <a:off x="7231001" y="2088599"/>
            <a:ext cx="1232390" cy="415498"/>
          </a:xfrm>
          <a:prstGeom prst="rect">
            <a:avLst/>
          </a:prstGeom>
          <a:noFill/>
        </p:spPr>
        <p:txBody>
          <a:bodyPr wrap="square" rtlCol="0">
            <a:spAutoFit/>
          </a:bodyPr>
          <a:lstStyle/>
          <a:p>
            <a:pPr algn="ctr">
              <a:lnSpc>
                <a:spcPct val="150000"/>
              </a:lnSpc>
            </a:pPr>
            <a:r>
              <a:rPr lang="ko-KR" altLang="en-US" sz="700" b="1" dirty="0" err="1" smtClean="0">
                <a:solidFill>
                  <a:srgbClr val="FF0000"/>
                </a:solidFill>
                <a:latin typeface="+mn-ea"/>
                <a:ea typeface="+mn-ea"/>
              </a:rPr>
              <a:t>남안성</a:t>
            </a:r>
            <a:r>
              <a:rPr lang="ko-KR" altLang="en-US" sz="700" b="1" dirty="0" smtClean="0">
                <a:solidFill>
                  <a:srgbClr val="FF0000"/>
                </a:solidFill>
                <a:latin typeface="+mn-ea"/>
                <a:ea typeface="+mn-ea"/>
              </a:rPr>
              <a:t> </a:t>
            </a:r>
            <a:r>
              <a:rPr lang="en-US" altLang="ko-KR" sz="700" b="1" dirty="0" smtClean="0">
                <a:solidFill>
                  <a:srgbClr val="FF0000"/>
                </a:solidFill>
                <a:latin typeface="+mn-ea"/>
                <a:ea typeface="+mn-ea"/>
              </a:rPr>
              <a:t>VPN </a:t>
            </a:r>
            <a:r>
              <a:rPr lang="en-US" altLang="ko-KR" sz="700" dirty="0" smtClean="0">
                <a:latin typeface="+mn-ea"/>
                <a:ea typeface="+mn-ea"/>
              </a:rPr>
              <a:t>(Active)</a:t>
            </a:r>
          </a:p>
          <a:p>
            <a:pPr algn="ctr">
              <a:lnSpc>
                <a:spcPct val="150000"/>
              </a:lnSpc>
            </a:pPr>
            <a:r>
              <a:rPr lang="en-US" altLang="ko-KR" sz="700" dirty="0" smtClean="0">
                <a:latin typeface="+mn-ea"/>
                <a:ea typeface="+mn-ea"/>
              </a:rPr>
              <a:t>Virtual Private Network</a:t>
            </a:r>
          </a:p>
        </p:txBody>
      </p:sp>
      <p:pic>
        <p:nvPicPr>
          <p:cNvPr id="70" name="그림 69"/>
          <p:cNvPicPr>
            <a:picLocks noChangeAspect="1"/>
          </p:cNvPicPr>
          <p:nvPr/>
        </p:nvPicPr>
        <p:blipFill>
          <a:blip r:embed="rId5"/>
          <a:stretch>
            <a:fillRect/>
          </a:stretch>
        </p:blipFill>
        <p:spPr>
          <a:xfrm>
            <a:off x="7481802" y="1535439"/>
            <a:ext cx="713033" cy="251460"/>
          </a:xfrm>
          <a:prstGeom prst="rect">
            <a:avLst/>
          </a:prstGeom>
        </p:spPr>
      </p:pic>
      <p:cxnSp>
        <p:nvCxnSpPr>
          <p:cNvPr id="71" name="꺾인 연결선 70"/>
          <p:cNvCxnSpPr>
            <a:stCxn id="51" idx="3"/>
            <a:endCxn id="63" idx="1"/>
          </p:cNvCxnSpPr>
          <p:nvPr/>
        </p:nvCxnSpPr>
        <p:spPr bwMode="auto">
          <a:xfrm>
            <a:off x="6662765" y="2384840"/>
            <a:ext cx="697958" cy="842578"/>
          </a:xfrm>
          <a:prstGeom prst="bentConnector3">
            <a:avLst>
              <a:gd name="adj1" fmla="val 50000"/>
            </a:avLst>
          </a:prstGeom>
          <a:solidFill>
            <a:schemeClr val="accent1"/>
          </a:solidFill>
          <a:ln w="12700" cap="flat" cmpd="sng" algn="ctr">
            <a:solidFill>
              <a:schemeClr val="accent1">
                <a:lumMod val="75000"/>
              </a:schemeClr>
            </a:solidFill>
            <a:prstDash val="sysDot"/>
            <a:round/>
            <a:headEnd type="none" w="med" len="med"/>
            <a:tailEnd type="none" w="med" len="med"/>
          </a:ln>
          <a:effectLst/>
        </p:spPr>
      </p:cxnSp>
      <p:cxnSp>
        <p:nvCxnSpPr>
          <p:cNvPr id="72" name="꺾인 연결선 71"/>
          <p:cNvCxnSpPr>
            <a:stCxn id="51" idx="3"/>
            <a:endCxn id="68" idx="1"/>
          </p:cNvCxnSpPr>
          <p:nvPr/>
        </p:nvCxnSpPr>
        <p:spPr bwMode="auto">
          <a:xfrm flipV="1">
            <a:off x="6662765" y="1667673"/>
            <a:ext cx="700080" cy="717167"/>
          </a:xfrm>
          <a:prstGeom prst="bentConnector3">
            <a:avLst>
              <a:gd name="adj1" fmla="val 50000"/>
            </a:avLst>
          </a:prstGeom>
          <a:solidFill>
            <a:schemeClr val="accent1"/>
          </a:solidFill>
          <a:ln w="12700" cap="flat" cmpd="sng" algn="ctr">
            <a:solidFill>
              <a:schemeClr val="accent1">
                <a:lumMod val="75000"/>
              </a:schemeClr>
            </a:solidFill>
            <a:prstDash val="sysDot"/>
            <a:round/>
            <a:headEnd type="none" w="med" len="med"/>
            <a:tailEnd type="none" w="med" len="med"/>
          </a:ln>
          <a:effectLst/>
        </p:spPr>
      </p:cxnSp>
      <p:sp>
        <p:nvSpPr>
          <p:cNvPr id="73" name="모서리가 둥근 직사각형 72"/>
          <p:cNvSpPr/>
          <p:nvPr/>
        </p:nvSpPr>
        <p:spPr>
          <a:xfrm>
            <a:off x="8681430" y="2832454"/>
            <a:ext cx="95095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sp>
        <p:nvSpPr>
          <p:cNvPr id="74" name="TextBox 73"/>
          <p:cNvSpPr txBox="1"/>
          <p:nvPr/>
        </p:nvSpPr>
        <p:spPr>
          <a:xfrm>
            <a:off x="8501805" y="3639071"/>
            <a:ext cx="1369085"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rPr>
              <a:t>WCS DB </a:t>
            </a:r>
            <a:r>
              <a:rPr lang="en-US" altLang="ko-KR" sz="700" b="1" dirty="0">
                <a:solidFill>
                  <a:srgbClr val="FF0000"/>
                </a:solidFill>
                <a:latin typeface="+mn-ea"/>
              </a:rPr>
              <a:t>Server</a:t>
            </a:r>
            <a:r>
              <a:rPr lang="en-US" altLang="ko-KR" sz="700" dirty="0">
                <a:latin typeface="+mn-ea"/>
              </a:rPr>
              <a:t> (</a:t>
            </a:r>
            <a:r>
              <a:rPr lang="en-US" altLang="ko-KR" sz="700" dirty="0" smtClean="0">
                <a:latin typeface="+mn-ea"/>
              </a:rPr>
              <a:t>Active)</a:t>
            </a:r>
            <a:endParaRPr lang="en-US" altLang="ko-KR" sz="700" b="1" dirty="0">
              <a:solidFill>
                <a:srgbClr val="FF0000"/>
              </a:solidFill>
              <a:latin typeface="+mn-ea"/>
            </a:endParaRPr>
          </a:p>
          <a:p>
            <a:pPr algn="ctr">
              <a:lnSpc>
                <a:spcPct val="150000"/>
              </a:lnSpc>
            </a:pPr>
            <a:r>
              <a:rPr lang="en-US" altLang="ko-KR" sz="700" dirty="0" smtClean="0">
                <a:latin typeface="+mn-ea"/>
              </a:rPr>
              <a:t>MSSQL</a:t>
            </a:r>
            <a:endParaRPr lang="en-US" altLang="ko-KR" sz="700" dirty="0">
              <a:latin typeface="+mn-ea"/>
            </a:endParaRPr>
          </a:p>
          <a:p>
            <a:pPr algn="ctr">
              <a:lnSpc>
                <a:spcPct val="150000"/>
              </a:lnSpc>
            </a:pPr>
            <a:r>
              <a:rPr lang="en-US" altLang="ko-KR" sz="700" dirty="0">
                <a:latin typeface="+mn-ea"/>
              </a:rPr>
              <a:t>IP </a:t>
            </a:r>
            <a:r>
              <a:rPr lang="en-US" altLang="ko-KR" sz="700" dirty="0" smtClean="0">
                <a:latin typeface="+mn-ea"/>
              </a:rPr>
              <a:t>: 150.149.106.10</a:t>
            </a:r>
            <a:endParaRPr lang="en-US" altLang="ko-KR" sz="700" dirty="0">
              <a:latin typeface="+mn-ea"/>
            </a:endParaRPr>
          </a:p>
        </p:txBody>
      </p:sp>
      <p:sp>
        <p:nvSpPr>
          <p:cNvPr id="75" name="모서리가 둥근 직사각형 74"/>
          <p:cNvSpPr/>
          <p:nvPr/>
        </p:nvSpPr>
        <p:spPr>
          <a:xfrm>
            <a:off x="8727628" y="1271356"/>
            <a:ext cx="95095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sp>
        <p:nvSpPr>
          <p:cNvPr id="76" name="TextBox 75"/>
          <p:cNvSpPr txBox="1"/>
          <p:nvPr/>
        </p:nvSpPr>
        <p:spPr>
          <a:xfrm>
            <a:off x="8518560" y="2075927"/>
            <a:ext cx="1369085"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rPr>
              <a:t>WCS DB </a:t>
            </a:r>
            <a:r>
              <a:rPr lang="en-US" altLang="ko-KR" sz="700" b="1" dirty="0">
                <a:solidFill>
                  <a:srgbClr val="FF0000"/>
                </a:solidFill>
                <a:latin typeface="+mn-ea"/>
              </a:rPr>
              <a:t>Server</a:t>
            </a:r>
            <a:r>
              <a:rPr lang="en-US" altLang="ko-KR" sz="700" dirty="0">
                <a:latin typeface="+mn-ea"/>
              </a:rPr>
              <a:t> (</a:t>
            </a:r>
            <a:r>
              <a:rPr lang="en-US" altLang="ko-KR" sz="700" dirty="0" smtClean="0">
                <a:latin typeface="+mn-ea"/>
              </a:rPr>
              <a:t>Active)</a:t>
            </a:r>
            <a:endParaRPr lang="en-US" altLang="ko-KR" sz="700" b="1" dirty="0">
              <a:solidFill>
                <a:srgbClr val="FF0000"/>
              </a:solidFill>
              <a:latin typeface="+mn-ea"/>
            </a:endParaRPr>
          </a:p>
          <a:p>
            <a:pPr algn="ctr">
              <a:lnSpc>
                <a:spcPct val="150000"/>
              </a:lnSpc>
            </a:pPr>
            <a:r>
              <a:rPr lang="en-US" altLang="ko-KR" sz="700" dirty="0" smtClean="0">
                <a:latin typeface="+mn-ea"/>
              </a:rPr>
              <a:t>MSSQL</a:t>
            </a:r>
            <a:endParaRPr lang="en-US" altLang="ko-KR" sz="700" dirty="0">
              <a:latin typeface="+mn-ea"/>
            </a:endParaRPr>
          </a:p>
          <a:p>
            <a:pPr algn="ctr">
              <a:lnSpc>
                <a:spcPct val="150000"/>
              </a:lnSpc>
            </a:pPr>
            <a:r>
              <a:rPr lang="en-US" altLang="ko-KR" sz="700" dirty="0">
                <a:latin typeface="+mn-ea"/>
              </a:rPr>
              <a:t>IP </a:t>
            </a:r>
            <a:r>
              <a:rPr lang="en-US" altLang="ko-KR" sz="700" dirty="0" smtClean="0">
                <a:latin typeface="+mn-ea"/>
              </a:rPr>
              <a:t>:150.149.95.10</a:t>
            </a:r>
            <a:endParaRPr lang="en-US" altLang="ko-KR" sz="700" dirty="0">
              <a:latin typeface="+mn-ea"/>
            </a:endParaRPr>
          </a:p>
        </p:txBody>
      </p:sp>
      <p:pic>
        <p:nvPicPr>
          <p:cNvPr id="77" name="Picture 3"/>
          <p:cNvPicPr>
            <a:picLocks noChangeAspect="1" noChangeArrowheads="1"/>
          </p:cNvPicPr>
          <p:nvPr/>
        </p:nvPicPr>
        <p:blipFill>
          <a:blip r:embed="rId6" cstate="print"/>
          <a:srcRect/>
          <a:stretch>
            <a:fillRect/>
          </a:stretch>
        </p:blipFill>
        <p:spPr bwMode="auto">
          <a:xfrm>
            <a:off x="8829591" y="3106776"/>
            <a:ext cx="713511" cy="246382"/>
          </a:xfrm>
          <a:prstGeom prst="rect">
            <a:avLst/>
          </a:prstGeom>
          <a:noFill/>
          <a:ln w="9525">
            <a:noFill/>
            <a:miter lim="800000"/>
            <a:headEnd/>
            <a:tailEnd/>
          </a:ln>
        </p:spPr>
      </p:pic>
      <p:pic>
        <p:nvPicPr>
          <p:cNvPr id="78" name="Picture 3"/>
          <p:cNvPicPr>
            <a:picLocks noChangeAspect="1" noChangeArrowheads="1"/>
          </p:cNvPicPr>
          <p:nvPr/>
        </p:nvPicPr>
        <p:blipFill>
          <a:blip r:embed="rId6" cstate="print"/>
          <a:srcRect/>
          <a:stretch>
            <a:fillRect/>
          </a:stretch>
        </p:blipFill>
        <p:spPr bwMode="auto">
          <a:xfrm>
            <a:off x="8846585" y="1547023"/>
            <a:ext cx="713511" cy="246382"/>
          </a:xfrm>
          <a:prstGeom prst="rect">
            <a:avLst/>
          </a:prstGeom>
          <a:noFill/>
          <a:ln w="9525">
            <a:noFill/>
            <a:miter lim="800000"/>
            <a:headEnd/>
            <a:tailEnd/>
          </a:ln>
        </p:spPr>
      </p:pic>
      <p:cxnSp>
        <p:nvCxnSpPr>
          <p:cNvPr id="79" name="꺾인 연결선 78"/>
          <p:cNvCxnSpPr>
            <a:stCxn id="63" idx="3"/>
            <a:endCxn id="73" idx="1"/>
          </p:cNvCxnSpPr>
          <p:nvPr/>
        </p:nvCxnSpPr>
        <p:spPr bwMode="auto">
          <a:xfrm>
            <a:off x="8311673" y="3227418"/>
            <a:ext cx="369757" cy="1036"/>
          </a:xfrm>
          <a:prstGeom prst="bentConnector3">
            <a:avLst>
              <a:gd name="adj1" fmla="val 50000"/>
            </a:avLst>
          </a:prstGeom>
          <a:solidFill>
            <a:schemeClr val="accent1"/>
          </a:solidFill>
          <a:ln w="12700" cap="flat" cmpd="sng" algn="ctr">
            <a:solidFill>
              <a:schemeClr val="accent1">
                <a:lumMod val="75000"/>
              </a:schemeClr>
            </a:solidFill>
            <a:prstDash val="sysDot"/>
            <a:round/>
            <a:headEnd type="none" w="med" len="med"/>
            <a:tailEnd type="none" w="med" len="med"/>
          </a:ln>
          <a:effectLst/>
        </p:spPr>
      </p:cxnSp>
      <p:cxnSp>
        <p:nvCxnSpPr>
          <p:cNvPr id="80" name="꺾인 연결선 79"/>
          <p:cNvCxnSpPr>
            <a:stCxn id="68" idx="3"/>
            <a:endCxn id="75" idx="1"/>
          </p:cNvCxnSpPr>
          <p:nvPr/>
        </p:nvCxnSpPr>
        <p:spPr bwMode="auto">
          <a:xfrm flipV="1">
            <a:off x="8313795" y="1667356"/>
            <a:ext cx="413833" cy="317"/>
          </a:xfrm>
          <a:prstGeom prst="bentConnector3">
            <a:avLst>
              <a:gd name="adj1" fmla="val 50000"/>
            </a:avLst>
          </a:prstGeom>
          <a:solidFill>
            <a:schemeClr val="accent1"/>
          </a:solidFill>
          <a:ln w="12700" cap="flat" cmpd="sng" algn="ctr">
            <a:solidFill>
              <a:schemeClr val="accent1">
                <a:lumMod val="75000"/>
              </a:schemeClr>
            </a:solidFill>
            <a:prstDash val="sysDot"/>
            <a:round/>
            <a:headEnd type="none" w="med" len="med"/>
            <a:tailEnd type="none" w="med" len="med"/>
          </a:ln>
          <a:effectLst/>
        </p:spPr>
      </p:cxnSp>
      <p:cxnSp>
        <p:nvCxnSpPr>
          <p:cNvPr id="89" name="꺾인 연결선 88"/>
          <p:cNvCxnSpPr>
            <a:stCxn id="51" idx="1"/>
            <a:endCxn id="19" idx="0"/>
          </p:cNvCxnSpPr>
          <p:nvPr/>
        </p:nvCxnSpPr>
        <p:spPr bwMode="auto">
          <a:xfrm rot="10800000" flipV="1">
            <a:off x="4547865" y="2384839"/>
            <a:ext cx="494900" cy="869073"/>
          </a:xfrm>
          <a:prstGeom prst="bentConnector2">
            <a:avLst/>
          </a:prstGeom>
          <a:solidFill>
            <a:schemeClr val="accent1"/>
          </a:solidFill>
          <a:ln w="12700" cap="flat" cmpd="sng" algn="ctr">
            <a:solidFill>
              <a:schemeClr val="accent1">
                <a:lumMod val="75000"/>
              </a:schemeClr>
            </a:solidFill>
            <a:prstDash val="sysDot"/>
            <a:round/>
            <a:headEnd type="none" w="med" len="med"/>
            <a:tailEnd type="none" w="med" len="med"/>
          </a:ln>
          <a:effectLst/>
        </p:spPr>
      </p:cxnSp>
      <p:pic>
        <p:nvPicPr>
          <p:cNvPr id="81" name="Picture 4"/>
          <p:cNvPicPr>
            <a:picLocks noChangeAspect="1" noChangeArrowheads="1"/>
          </p:cNvPicPr>
          <p:nvPr/>
        </p:nvPicPr>
        <p:blipFill>
          <a:blip r:embed="rId8" cstate="print"/>
          <a:srcRect/>
          <a:stretch>
            <a:fillRect/>
          </a:stretch>
        </p:blipFill>
        <p:spPr bwMode="auto">
          <a:xfrm>
            <a:off x="2815695" y="5904760"/>
            <a:ext cx="783683" cy="260032"/>
          </a:xfrm>
          <a:prstGeom prst="rect">
            <a:avLst/>
          </a:prstGeom>
          <a:noFill/>
          <a:ln w="9525">
            <a:noFill/>
            <a:miter lim="800000"/>
            <a:headEnd/>
            <a:tailEnd/>
          </a:ln>
        </p:spPr>
      </p:pic>
    </p:spTree>
    <p:extLst>
      <p:ext uri="{BB962C8B-B14F-4D97-AF65-F5344CB8AC3E}">
        <p14:creationId xmlns:p14="http://schemas.microsoft.com/office/powerpoint/2010/main" val="2101444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3"/>
          <p:cNvSpPr>
            <a:spLocks noGrp="1"/>
          </p:cNvSpPr>
          <p:nvPr>
            <p:ph idx="1"/>
          </p:nvPr>
        </p:nvSpPr>
        <p:spPr>
          <a:xfrm>
            <a:off x="272480" y="728700"/>
            <a:ext cx="9359900" cy="261606"/>
          </a:xfrm>
        </p:spPr>
        <p:txBody>
          <a:bodyPr/>
          <a:lstStyle/>
          <a:p>
            <a:r>
              <a:rPr lang="en-US" altLang="ko-KR" sz="1100" dirty="0" smtClean="0">
                <a:latin typeface="+mn-ea"/>
                <a:ea typeface="+mn-ea"/>
              </a:rPr>
              <a:t>BW </a:t>
            </a:r>
            <a:r>
              <a:rPr lang="ko-KR" altLang="en-US" sz="1100" dirty="0" smtClean="0">
                <a:latin typeface="+mn-ea"/>
                <a:ea typeface="+mn-ea"/>
              </a:rPr>
              <a:t>구성도</a:t>
            </a:r>
            <a:endParaRPr lang="ko-KR" altLang="en-US" sz="1100" dirty="0">
              <a:latin typeface="+mn-ea"/>
              <a:ea typeface="+mn-ea"/>
            </a:endParaRPr>
          </a:p>
        </p:txBody>
      </p:sp>
      <p:sp>
        <p:nvSpPr>
          <p:cNvPr id="9502" name="제목 2"/>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anchor="t" anchorCtr="0" compatLnSpc="1">
            <a:prstTxWarp prst="textNoShape">
              <a:avLst/>
            </a:prstTxWarp>
          </a:bodyPr>
          <a:lstStyle/>
          <a:p>
            <a:r>
              <a:rPr lang="en-US" altLang="ko-KR" dirty="0" smtClean="0">
                <a:latin typeface="+mn-ea"/>
                <a:ea typeface="+mn-ea"/>
              </a:rPr>
              <a:t>BW</a:t>
            </a:r>
            <a:endParaRPr lang="ko-KR" altLang="en-US" dirty="0" smtClean="0">
              <a:solidFill>
                <a:srgbClr val="FF0000"/>
              </a:solidFill>
              <a:latin typeface="+mn-ea"/>
              <a:ea typeface="+mn-ea"/>
            </a:endParaRPr>
          </a:p>
        </p:txBody>
      </p:sp>
      <p:sp>
        <p:nvSpPr>
          <p:cNvPr id="3" name="내용 개체 틀 2"/>
          <p:cNvSpPr>
            <a:spLocks noGrp="1"/>
          </p:cNvSpPr>
          <p:nvPr>
            <p:ph sz="quarter" idx="12"/>
          </p:nvPr>
        </p:nvSpPr>
        <p:spPr/>
        <p:txBody>
          <a:bodyPr/>
          <a:lstStyle/>
          <a:p>
            <a:r>
              <a:rPr lang="ko-KR" altLang="en-US" dirty="0" smtClean="0">
                <a:latin typeface="+mn-ea"/>
                <a:ea typeface="+mn-ea"/>
              </a:rPr>
              <a:t>시스템 구성도</a:t>
            </a:r>
            <a:endParaRPr lang="ko-KR" altLang="en-US" dirty="0">
              <a:latin typeface="+mn-ea"/>
              <a:ea typeface="+mn-ea"/>
            </a:endParaRPr>
          </a:p>
        </p:txBody>
      </p:sp>
      <p:sp>
        <p:nvSpPr>
          <p:cNvPr id="13" name="모서리가 둥근 직사각형 12"/>
          <p:cNvSpPr/>
          <p:nvPr/>
        </p:nvSpPr>
        <p:spPr>
          <a:xfrm>
            <a:off x="4682970" y="1713877"/>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18" name="그림 17"/>
          <p:cNvPicPr>
            <a:picLocks noChangeAspect="1"/>
          </p:cNvPicPr>
          <p:nvPr/>
        </p:nvPicPr>
        <p:blipFill>
          <a:blip r:embed="rId2"/>
          <a:stretch>
            <a:fillRect/>
          </a:stretch>
        </p:blipFill>
        <p:spPr>
          <a:xfrm>
            <a:off x="6851761" y="2839141"/>
            <a:ext cx="526473" cy="564573"/>
          </a:xfrm>
          <a:prstGeom prst="rect">
            <a:avLst/>
          </a:prstGeom>
        </p:spPr>
      </p:pic>
      <p:sp>
        <p:nvSpPr>
          <p:cNvPr id="19" name="모서리가 둥근 직사각형 18"/>
          <p:cNvSpPr/>
          <p:nvPr/>
        </p:nvSpPr>
        <p:spPr>
          <a:xfrm>
            <a:off x="6618185" y="2727782"/>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21" name="그림 20"/>
          <p:cNvPicPr>
            <a:picLocks noChangeAspect="1"/>
          </p:cNvPicPr>
          <p:nvPr/>
        </p:nvPicPr>
        <p:blipFill>
          <a:blip r:embed="rId2"/>
          <a:stretch>
            <a:fillRect/>
          </a:stretch>
        </p:blipFill>
        <p:spPr>
          <a:xfrm>
            <a:off x="7491964" y="2844950"/>
            <a:ext cx="526473" cy="564573"/>
          </a:xfrm>
          <a:prstGeom prst="rect">
            <a:avLst/>
          </a:prstGeom>
        </p:spPr>
      </p:pic>
      <p:sp>
        <p:nvSpPr>
          <p:cNvPr id="22" name="TextBox 21"/>
          <p:cNvSpPr txBox="1"/>
          <p:nvPr/>
        </p:nvSpPr>
        <p:spPr>
          <a:xfrm>
            <a:off x="8242145" y="2832817"/>
            <a:ext cx="1668322"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Private Switch </a:t>
            </a:r>
            <a:r>
              <a:rPr lang="en-US" altLang="ko-KR" sz="700" dirty="0">
                <a:latin typeface="+mn-ea"/>
                <a:ea typeface="+mn-ea"/>
              </a:rPr>
              <a:t>(</a:t>
            </a:r>
            <a:r>
              <a:rPr lang="en-US" altLang="ko-KR" sz="700" dirty="0" smtClean="0">
                <a:latin typeface="+mn-ea"/>
                <a:ea typeface="+mn-ea"/>
              </a:rPr>
              <a:t>Active / Standby)</a:t>
            </a:r>
          </a:p>
          <a:p>
            <a:pPr algn="ctr">
              <a:lnSpc>
                <a:spcPct val="150000"/>
              </a:lnSpc>
            </a:pPr>
            <a:r>
              <a:rPr lang="en-US" altLang="ko-KR" sz="700" dirty="0" smtClean="0">
                <a:solidFill>
                  <a:srgbClr val="FF0000"/>
                </a:solidFill>
                <a:latin typeface="+mn-ea"/>
                <a:ea typeface="+mn-ea"/>
              </a:rPr>
              <a:t>= </a:t>
            </a:r>
            <a:r>
              <a:rPr lang="en-US" altLang="ko-KR" sz="700" b="1" dirty="0">
                <a:solidFill>
                  <a:srgbClr val="FF0000"/>
                </a:solidFill>
                <a:latin typeface="+mn-ea"/>
              </a:rPr>
              <a:t>Backbone</a:t>
            </a:r>
            <a:endParaRPr lang="en-US" altLang="ko-KR" sz="700" dirty="0" smtClean="0">
              <a:solidFill>
                <a:srgbClr val="FF0000"/>
              </a:solidFill>
              <a:latin typeface="+mn-ea"/>
              <a:ea typeface="+mn-ea"/>
            </a:endParaRPr>
          </a:p>
          <a:p>
            <a:pPr algn="ctr">
              <a:lnSpc>
                <a:spcPct val="150000"/>
              </a:lnSpc>
            </a:pPr>
            <a:r>
              <a:rPr lang="en-US" altLang="ko-KR" sz="700" dirty="0" smtClean="0">
                <a:latin typeface="+mn-ea"/>
                <a:ea typeface="+mn-ea"/>
              </a:rPr>
              <a:t>Traffic Control</a:t>
            </a:r>
            <a:endParaRPr lang="en-US" altLang="ko-KR" sz="700" dirty="0">
              <a:latin typeface="+mn-ea"/>
              <a:ea typeface="+mn-ea"/>
            </a:endParaRPr>
          </a:p>
        </p:txBody>
      </p:sp>
      <p:cxnSp>
        <p:nvCxnSpPr>
          <p:cNvPr id="24" name="직선 연결선 23"/>
          <p:cNvCxnSpPr>
            <a:stCxn id="19" idx="2"/>
          </p:cNvCxnSpPr>
          <p:nvPr/>
        </p:nvCxnSpPr>
        <p:spPr>
          <a:xfrm>
            <a:off x="7428185" y="3519782"/>
            <a:ext cx="0" cy="370071"/>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8242145" y="3971933"/>
            <a:ext cx="1620860" cy="577081"/>
          </a:xfrm>
          <a:prstGeom prst="rect">
            <a:avLst/>
          </a:prstGeom>
          <a:noFill/>
        </p:spPr>
        <p:txBody>
          <a:bodyPr wrap="square" rtlCol="0">
            <a:spAutoFit/>
          </a:bodyPr>
          <a:lstStyle/>
          <a:p>
            <a:pPr algn="ctr">
              <a:lnSpc>
                <a:spcPct val="150000"/>
              </a:lnSpc>
            </a:pPr>
            <a:r>
              <a:rPr lang="en-US" altLang="ko-KR" sz="700" b="1" dirty="0">
                <a:solidFill>
                  <a:srgbClr val="FF0000"/>
                </a:solidFill>
                <a:latin typeface="+mn-ea"/>
              </a:rPr>
              <a:t>DB Server</a:t>
            </a:r>
            <a:r>
              <a:rPr lang="en-US" altLang="ko-KR" sz="700" dirty="0">
                <a:latin typeface="+mn-ea"/>
              </a:rPr>
              <a:t> (</a:t>
            </a:r>
            <a:r>
              <a:rPr lang="en-US" altLang="ko-KR" sz="700" dirty="0" smtClean="0">
                <a:latin typeface="+mn-ea"/>
              </a:rPr>
              <a:t>Active)</a:t>
            </a:r>
            <a:endParaRPr lang="en-US" altLang="ko-KR" sz="700" b="1" dirty="0">
              <a:solidFill>
                <a:srgbClr val="FF0000"/>
              </a:solidFill>
              <a:latin typeface="+mn-ea"/>
            </a:endParaRPr>
          </a:p>
          <a:p>
            <a:pPr algn="ctr">
              <a:lnSpc>
                <a:spcPct val="150000"/>
              </a:lnSpc>
            </a:pPr>
            <a:r>
              <a:rPr lang="en-US" altLang="ko-KR" sz="700" dirty="0">
                <a:latin typeface="+mn-ea"/>
              </a:rPr>
              <a:t>Data Management</a:t>
            </a:r>
          </a:p>
          <a:p>
            <a:pPr algn="ctr">
              <a:lnSpc>
                <a:spcPct val="150000"/>
              </a:lnSpc>
            </a:pPr>
            <a:r>
              <a:rPr lang="en-US" altLang="ko-KR" sz="700" dirty="0">
                <a:latin typeface="+mn-ea"/>
              </a:rPr>
              <a:t>IP : </a:t>
            </a:r>
            <a:r>
              <a:rPr lang="en-US" altLang="ko-KR" sz="700" dirty="0" smtClean="0">
                <a:latin typeface="+mn-ea"/>
              </a:rPr>
              <a:t>150.149.53.1</a:t>
            </a:r>
            <a:endParaRPr lang="en-US" altLang="ko-KR" sz="700" dirty="0">
              <a:latin typeface="+mn-ea"/>
            </a:endParaRPr>
          </a:p>
        </p:txBody>
      </p:sp>
      <p:pic>
        <p:nvPicPr>
          <p:cNvPr id="27" name="그림 26"/>
          <p:cNvPicPr>
            <a:picLocks noChangeAspect="1"/>
          </p:cNvPicPr>
          <p:nvPr/>
        </p:nvPicPr>
        <p:blipFill>
          <a:blip r:embed="rId3"/>
          <a:stretch>
            <a:fillRect/>
          </a:stretch>
        </p:blipFill>
        <p:spPr>
          <a:xfrm>
            <a:off x="7069309" y="5279201"/>
            <a:ext cx="734378" cy="310039"/>
          </a:xfrm>
          <a:prstGeom prst="rect">
            <a:avLst/>
          </a:prstGeom>
        </p:spPr>
      </p:pic>
      <p:cxnSp>
        <p:nvCxnSpPr>
          <p:cNvPr id="28" name="직선 연결선 27"/>
          <p:cNvCxnSpPr>
            <a:stCxn id="37" idx="2"/>
            <a:endCxn id="46" idx="0"/>
          </p:cNvCxnSpPr>
          <p:nvPr/>
        </p:nvCxnSpPr>
        <p:spPr>
          <a:xfrm>
            <a:off x="7428185" y="4681853"/>
            <a:ext cx="8313" cy="376488"/>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pic>
        <p:nvPicPr>
          <p:cNvPr id="30" name="그림 29"/>
          <p:cNvPicPr>
            <a:picLocks noChangeAspect="1"/>
          </p:cNvPicPr>
          <p:nvPr/>
        </p:nvPicPr>
        <p:blipFill>
          <a:blip r:embed="rId4"/>
          <a:stretch>
            <a:fillRect/>
          </a:stretch>
        </p:blipFill>
        <p:spPr>
          <a:xfrm>
            <a:off x="4843365" y="773705"/>
            <a:ext cx="1299210" cy="754380"/>
          </a:xfrm>
          <a:prstGeom prst="rect">
            <a:avLst/>
          </a:prstGeom>
        </p:spPr>
      </p:pic>
      <p:cxnSp>
        <p:nvCxnSpPr>
          <p:cNvPr id="31" name="직선 연결선 30"/>
          <p:cNvCxnSpPr>
            <a:stCxn id="30" idx="2"/>
            <a:endCxn id="13" idx="0"/>
          </p:cNvCxnSpPr>
          <p:nvPr/>
        </p:nvCxnSpPr>
        <p:spPr>
          <a:xfrm>
            <a:off x="5492970" y="1528085"/>
            <a:ext cx="0" cy="185792"/>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pic>
        <p:nvPicPr>
          <p:cNvPr id="32" name="그림 31"/>
          <p:cNvPicPr>
            <a:picLocks noChangeAspect="1"/>
          </p:cNvPicPr>
          <p:nvPr/>
        </p:nvPicPr>
        <p:blipFill>
          <a:blip r:embed="rId5"/>
          <a:stretch>
            <a:fillRect/>
          </a:stretch>
        </p:blipFill>
        <p:spPr>
          <a:xfrm>
            <a:off x="4774002" y="1960546"/>
            <a:ext cx="713033" cy="251460"/>
          </a:xfrm>
          <a:prstGeom prst="rect">
            <a:avLst/>
          </a:prstGeom>
        </p:spPr>
      </p:pic>
      <p:pic>
        <p:nvPicPr>
          <p:cNvPr id="33" name="그림 32"/>
          <p:cNvPicPr>
            <a:picLocks noChangeAspect="1"/>
          </p:cNvPicPr>
          <p:nvPr/>
        </p:nvPicPr>
        <p:blipFill>
          <a:blip r:embed="rId5"/>
          <a:stretch>
            <a:fillRect/>
          </a:stretch>
        </p:blipFill>
        <p:spPr>
          <a:xfrm>
            <a:off x="5487035" y="1960546"/>
            <a:ext cx="713033" cy="251460"/>
          </a:xfrm>
          <a:prstGeom prst="rect">
            <a:avLst/>
          </a:prstGeom>
        </p:spPr>
      </p:pic>
      <p:cxnSp>
        <p:nvCxnSpPr>
          <p:cNvPr id="39" name="꺾인 연결선 38"/>
          <p:cNvCxnSpPr>
            <a:stCxn id="13" idx="1"/>
            <a:endCxn id="44" idx="0"/>
          </p:cNvCxnSpPr>
          <p:nvPr/>
        </p:nvCxnSpPr>
        <p:spPr bwMode="auto">
          <a:xfrm rot="10800000" flipV="1">
            <a:off x="3602940" y="2109876"/>
            <a:ext cx="1080030" cy="617905"/>
          </a:xfrm>
          <a:prstGeom prst="bentConnector2">
            <a:avLst/>
          </a:prstGeom>
          <a:solidFill>
            <a:schemeClr val="accent1"/>
          </a:solidFill>
          <a:ln w="12700" cap="flat" cmpd="sng" algn="ctr">
            <a:solidFill>
              <a:srgbClr val="FFC000"/>
            </a:solidFill>
            <a:prstDash val="sysDot"/>
            <a:round/>
            <a:headEnd type="none" w="med" len="med"/>
            <a:tailEnd type="none" w="med" len="med"/>
          </a:ln>
          <a:effectLst/>
        </p:spPr>
      </p:cxnSp>
      <p:cxnSp>
        <p:nvCxnSpPr>
          <p:cNvPr id="41" name="꺾인 연결선 40"/>
          <p:cNvCxnSpPr>
            <a:stCxn id="13" idx="3"/>
            <a:endCxn id="19" idx="0"/>
          </p:cNvCxnSpPr>
          <p:nvPr/>
        </p:nvCxnSpPr>
        <p:spPr bwMode="auto">
          <a:xfrm>
            <a:off x="6302970" y="2109877"/>
            <a:ext cx="1125215" cy="617905"/>
          </a:xfrm>
          <a:prstGeom prst="bentConnector2">
            <a:avLst/>
          </a:prstGeom>
          <a:solidFill>
            <a:schemeClr val="accent1"/>
          </a:solidFill>
          <a:ln w="12700" cap="flat" cmpd="sng" algn="ctr">
            <a:solidFill>
              <a:schemeClr val="accent1">
                <a:lumMod val="75000"/>
              </a:schemeClr>
            </a:solidFill>
            <a:prstDash val="sysDot"/>
            <a:round/>
            <a:headEnd type="none" w="med" len="med"/>
            <a:tailEnd type="none" w="med" len="med"/>
          </a:ln>
          <a:effectLst/>
        </p:spPr>
      </p:cxnSp>
      <p:pic>
        <p:nvPicPr>
          <p:cNvPr id="35" name="Picture 3"/>
          <p:cNvPicPr>
            <a:picLocks noChangeAspect="1" noChangeArrowheads="1"/>
          </p:cNvPicPr>
          <p:nvPr/>
        </p:nvPicPr>
        <p:blipFill>
          <a:blip r:embed="rId6" cstate="print"/>
          <a:srcRect/>
          <a:stretch>
            <a:fillRect/>
          </a:stretch>
        </p:blipFill>
        <p:spPr bwMode="auto">
          <a:xfrm>
            <a:off x="7074804" y="4183724"/>
            <a:ext cx="713511" cy="246382"/>
          </a:xfrm>
          <a:prstGeom prst="rect">
            <a:avLst/>
          </a:prstGeom>
          <a:noFill/>
          <a:ln w="9525">
            <a:noFill/>
            <a:miter lim="800000"/>
            <a:headEnd/>
            <a:tailEnd/>
          </a:ln>
        </p:spPr>
      </p:pic>
      <p:sp>
        <p:nvSpPr>
          <p:cNvPr id="37" name="모서리가 둥근 직사각형 36"/>
          <p:cNvSpPr/>
          <p:nvPr/>
        </p:nvSpPr>
        <p:spPr>
          <a:xfrm>
            <a:off x="6618185" y="3889853"/>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40" name="Picture 5"/>
          <p:cNvPicPr>
            <a:picLocks noChangeAspect="1" noChangeArrowheads="1"/>
          </p:cNvPicPr>
          <p:nvPr/>
        </p:nvPicPr>
        <p:blipFill>
          <a:blip r:embed="rId7" cstate="print"/>
          <a:srcRect/>
          <a:stretch>
            <a:fillRect/>
          </a:stretch>
        </p:blipFill>
        <p:spPr bwMode="auto">
          <a:xfrm>
            <a:off x="2907468" y="2991548"/>
            <a:ext cx="688188" cy="263648"/>
          </a:xfrm>
          <a:prstGeom prst="rect">
            <a:avLst/>
          </a:prstGeom>
          <a:noFill/>
          <a:ln w="9525">
            <a:noFill/>
            <a:miter lim="800000"/>
            <a:headEnd/>
            <a:tailEnd/>
          </a:ln>
        </p:spPr>
      </p:pic>
      <p:sp>
        <p:nvSpPr>
          <p:cNvPr id="42" name="TextBox 41"/>
          <p:cNvSpPr txBox="1"/>
          <p:nvPr/>
        </p:nvSpPr>
        <p:spPr>
          <a:xfrm>
            <a:off x="1262590" y="2855606"/>
            <a:ext cx="1514250"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Public Switch </a:t>
            </a:r>
            <a:r>
              <a:rPr lang="en-US" altLang="ko-KR" sz="700" dirty="0" smtClean="0">
                <a:latin typeface="+mn-ea"/>
                <a:ea typeface="+mn-ea"/>
              </a:rPr>
              <a:t>(Active / Standby)</a:t>
            </a:r>
          </a:p>
          <a:p>
            <a:pPr algn="ctr">
              <a:lnSpc>
                <a:spcPct val="150000"/>
              </a:lnSpc>
            </a:pPr>
            <a:r>
              <a:rPr lang="en-US" altLang="ko-KR" sz="700" dirty="0" smtClean="0">
                <a:latin typeface="+mn-ea"/>
                <a:ea typeface="+mn-ea"/>
              </a:rPr>
              <a:t>IP : 221.149.41.X</a:t>
            </a:r>
          </a:p>
          <a:p>
            <a:pPr algn="ctr">
              <a:lnSpc>
                <a:spcPct val="150000"/>
              </a:lnSpc>
            </a:pPr>
            <a:r>
              <a:rPr lang="en-US" altLang="ko-KR" sz="700" dirty="0">
                <a:latin typeface="+mn-ea"/>
              </a:rPr>
              <a:t>192.168.20.252</a:t>
            </a:r>
            <a:endParaRPr lang="en-US" altLang="ko-KR" sz="700" dirty="0" smtClean="0">
              <a:latin typeface="+mn-ea"/>
              <a:ea typeface="+mn-ea"/>
            </a:endParaRPr>
          </a:p>
        </p:txBody>
      </p:sp>
      <p:pic>
        <p:nvPicPr>
          <p:cNvPr id="43" name="Picture 5"/>
          <p:cNvPicPr>
            <a:picLocks noChangeAspect="1" noChangeArrowheads="1"/>
          </p:cNvPicPr>
          <p:nvPr/>
        </p:nvPicPr>
        <p:blipFill>
          <a:blip r:embed="rId7" cstate="print"/>
          <a:srcRect/>
          <a:stretch>
            <a:fillRect/>
          </a:stretch>
        </p:blipFill>
        <p:spPr bwMode="auto">
          <a:xfrm>
            <a:off x="3613142" y="2982865"/>
            <a:ext cx="688188" cy="263648"/>
          </a:xfrm>
          <a:prstGeom prst="rect">
            <a:avLst/>
          </a:prstGeom>
          <a:noFill/>
          <a:ln w="9525">
            <a:noFill/>
            <a:miter lim="800000"/>
            <a:headEnd/>
            <a:tailEnd/>
          </a:ln>
        </p:spPr>
      </p:pic>
      <p:sp>
        <p:nvSpPr>
          <p:cNvPr id="44" name="모서리가 둥근 직사각형 43"/>
          <p:cNvSpPr/>
          <p:nvPr/>
        </p:nvSpPr>
        <p:spPr>
          <a:xfrm>
            <a:off x="2792940" y="2727782"/>
            <a:ext cx="1620000" cy="79200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48" name="Picture 5"/>
          <p:cNvPicPr>
            <a:picLocks noChangeAspect="1" noChangeArrowheads="1"/>
          </p:cNvPicPr>
          <p:nvPr/>
        </p:nvPicPr>
        <p:blipFill>
          <a:blip r:embed="rId7" cstate="print"/>
          <a:srcRect/>
          <a:stretch>
            <a:fillRect/>
          </a:stretch>
        </p:blipFill>
        <p:spPr bwMode="auto">
          <a:xfrm>
            <a:off x="2919259" y="4179768"/>
            <a:ext cx="688188" cy="263648"/>
          </a:xfrm>
          <a:prstGeom prst="rect">
            <a:avLst/>
          </a:prstGeom>
          <a:noFill/>
          <a:ln w="9525">
            <a:noFill/>
            <a:miter lim="800000"/>
            <a:headEnd/>
            <a:tailEnd/>
          </a:ln>
        </p:spPr>
      </p:pic>
      <p:pic>
        <p:nvPicPr>
          <p:cNvPr id="49" name="Picture 5"/>
          <p:cNvPicPr>
            <a:picLocks noChangeAspect="1" noChangeArrowheads="1"/>
          </p:cNvPicPr>
          <p:nvPr/>
        </p:nvPicPr>
        <p:blipFill>
          <a:blip r:embed="rId7" cstate="print"/>
          <a:srcRect/>
          <a:stretch>
            <a:fillRect/>
          </a:stretch>
        </p:blipFill>
        <p:spPr bwMode="auto">
          <a:xfrm>
            <a:off x="3624933" y="4171085"/>
            <a:ext cx="688188" cy="263648"/>
          </a:xfrm>
          <a:prstGeom prst="rect">
            <a:avLst/>
          </a:prstGeom>
          <a:noFill/>
          <a:ln w="9525">
            <a:noFill/>
            <a:miter lim="800000"/>
            <a:headEnd/>
            <a:tailEnd/>
          </a:ln>
        </p:spPr>
      </p:pic>
      <p:sp>
        <p:nvSpPr>
          <p:cNvPr id="50" name="모서리가 둥근 직사각형 49"/>
          <p:cNvSpPr/>
          <p:nvPr/>
        </p:nvSpPr>
        <p:spPr>
          <a:xfrm>
            <a:off x="2785153" y="3916002"/>
            <a:ext cx="1636100" cy="79200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56" name="Picture 4"/>
          <p:cNvPicPr>
            <a:picLocks noChangeAspect="1" noChangeArrowheads="1"/>
          </p:cNvPicPr>
          <p:nvPr/>
        </p:nvPicPr>
        <p:blipFill>
          <a:blip r:embed="rId8" cstate="print"/>
          <a:srcRect/>
          <a:stretch>
            <a:fillRect/>
          </a:stretch>
        </p:blipFill>
        <p:spPr bwMode="auto">
          <a:xfrm>
            <a:off x="3242810" y="5345726"/>
            <a:ext cx="783683" cy="260032"/>
          </a:xfrm>
          <a:prstGeom prst="rect">
            <a:avLst/>
          </a:prstGeom>
          <a:noFill/>
          <a:ln w="9525">
            <a:noFill/>
            <a:miter lim="800000"/>
            <a:headEnd/>
            <a:tailEnd/>
          </a:ln>
        </p:spPr>
      </p:pic>
      <p:sp>
        <p:nvSpPr>
          <p:cNvPr id="58" name="TextBox 57"/>
          <p:cNvSpPr txBox="1"/>
          <p:nvPr/>
        </p:nvSpPr>
        <p:spPr>
          <a:xfrm>
            <a:off x="2747755" y="5867254"/>
            <a:ext cx="1780799"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WAS Server </a:t>
            </a:r>
            <a:r>
              <a:rPr lang="en-US" altLang="ko-KR" sz="700" dirty="0">
                <a:latin typeface="+mn-ea"/>
                <a:ea typeface="+mn-ea"/>
              </a:rPr>
              <a:t>(</a:t>
            </a:r>
            <a:r>
              <a:rPr lang="en-US" altLang="ko-KR" sz="700" dirty="0" smtClean="0">
                <a:latin typeface="+mn-ea"/>
                <a:ea typeface="+mn-ea"/>
              </a:rPr>
              <a:t>Active)</a:t>
            </a:r>
          </a:p>
          <a:p>
            <a:pPr algn="ctr">
              <a:lnSpc>
                <a:spcPct val="150000"/>
              </a:lnSpc>
            </a:pPr>
            <a:r>
              <a:rPr lang="en-US" altLang="ko-KR" sz="700" dirty="0" smtClean="0">
                <a:latin typeface="+mn-ea"/>
                <a:ea typeface="+mn-ea"/>
              </a:rPr>
              <a:t>WEB/WAS Service</a:t>
            </a:r>
          </a:p>
          <a:p>
            <a:pPr algn="ctr">
              <a:lnSpc>
                <a:spcPct val="150000"/>
              </a:lnSpc>
            </a:pPr>
            <a:r>
              <a:rPr lang="en-US" altLang="ko-KR" sz="700" dirty="0" smtClean="0">
                <a:latin typeface="+mn-ea"/>
                <a:ea typeface="+mn-ea"/>
              </a:rPr>
              <a:t>IP </a:t>
            </a:r>
            <a:r>
              <a:rPr lang="en-US" altLang="ko-KR" sz="700" dirty="0">
                <a:latin typeface="+mn-ea"/>
                <a:ea typeface="+mn-ea"/>
              </a:rPr>
              <a:t>: </a:t>
            </a:r>
            <a:r>
              <a:rPr lang="en-US" altLang="ko-KR" sz="700" dirty="0" smtClean="0">
                <a:latin typeface="+mn-ea"/>
                <a:ea typeface="+mn-ea"/>
              </a:rPr>
              <a:t>192.168.20.57</a:t>
            </a:r>
          </a:p>
        </p:txBody>
      </p:sp>
      <p:sp>
        <p:nvSpPr>
          <p:cNvPr id="59" name="모서리가 둥근 직사각형 58"/>
          <p:cNvSpPr/>
          <p:nvPr/>
        </p:nvSpPr>
        <p:spPr>
          <a:xfrm>
            <a:off x="2804731" y="5067471"/>
            <a:ext cx="1620000" cy="79200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cxnSp>
        <p:nvCxnSpPr>
          <p:cNvPr id="61" name="직선 연결선 60"/>
          <p:cNvCxnSpPr>
            <a:stCxn id="50" idx="2"/>
            <a:endCxn id="59" idx="0"/>
          </p:cNvCxnSpPr>
          <p:nvPr/>
        </p:nvCxnSpPr>
        <p:spPr>
          <a:xfrm>
            <a:off x="3614731" y="4708002"/>
            <a:ext cx="3238" cy="359469"/>
          </a:xfrm>
          <a:prstGeom prst="line">
            <a:avLst/>
          </a:prstGeom>
          <a:ln w="12700">
            <a:solidFill>
              <a:srgbClr val="FFC000"/>
            </a:solidFill>
            <a:prstDash val="sysDot"/>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1395296" y="4165194"/>
            <a:ext cx="1369085" cy="253916"/>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L4 Switch </a:t>
            </a:r>
            <a:r>
              <a:rPr lang="en-US" altLang="ko-KR" sz="700" dirty="0" smtClean="0">
                <a:latin typeface="+mn-ea"/>
                <a:ea typeface="+mn-ea"/>
              </a:rPr>
              <a:t>(Active / Standby)</a:t>
            </a:r>
          </a:p>
        </p:txBody>
      </p:sp>
      <p:cxnSp>
        <p:nvCxnSpPr>
          <p:cNvPr id="66" name="꺾인 연결선 65"/>
          <p:cNvCxnSpPr>
            <a:stCxn id="44" idx="2"/>
            <a:endCxn id="50" idx="0"/>
          </p:cNvCxnSpPr>
          <p:nvPr/>
        </p:nvCxnSpPr>
        <p:spPr bwMode="auto">
          <a:xfrm rot="16200000" flipH="1">
            <a:off x="3404961" y="3717760"/>
            <a:ext cx="396220" cy="263"/>
          </a:xfrm>
          <a:prstGeom prst="bentConnector3">
            <a:avLst>
              <a:gd name="adj1" fmla="val 50000"/>
            </a:avLst>
          </a:prstGeom>
          <a:solidFill>
            <a:schemeClr val="accent1"/>
          </a:solidFill>
          <a:ln w="12700" cap="flat" cmpd="sng" algn="ctr">
            <a:solidFill>
              <a:srgbClr val="FFC000"/>
            </a:solidFill>
            <a:prstDash val="sysDot"/>
            <a:round/>
            <a:headEnd type="none" w="med" len="med"/>
            <a:tailEnd type="none" w="med" len="med"/>
          </a:ln>
          <a:effectLst/>
        </p:spPr>
      </p:cxnSp>
      <p:sp>
        <p:nvSpPr>
          <p:cNvPr id="67" name="TextBox 66"/>
          <p:cNvSpPr txBox="1"/>
          <p:nvPr/>
        </p:nvSpPr>
        <p:spPr>
          <a:xfrm>
            <a:off x="4823924" y="2518447"/>
            <a:ext cx="1369085" cy="415498"/>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Firewall </a:t>
            </a:r>
            <a:r>
              <a:rPr lang="en-US" altLang="ko-KR" sz="700" dirty="0" smtClean="0">
                <a:latin typeface="+mn-ea"/>
                <a:ea typeface="+mn-ea"/>
              </a:rPr>
              <a:t>(Active / Standby)</a:t>
            </a:r>
          </a:p>
          <a:p>
            <a:pPr algn="ctr">
              <a:lnSpc>
                <a:spcPct val="150000"/>
              </a:lnSpc>
            </a:pPr>
            <a:r>
              <a:rPr lang="en-US" altLang="ko-KR" sz="700" dirty="0" smtClean="0">
                <a:latin typeface="+mn-ea"/>
                <a:ea typeface="+mn-ea"/>
              </a:rPr>
              <a:t>Access Control</a:t>
            </a:r>
          </a:p>
        </p:txBody>
      </p:sp>
      <p:sp>
        <p:nvSpPr>
          <p:cNvPr id="45" name="TextBox 44"/>
          <p:cNvSpPr txBox="1"/>
          <p:nvPr/>
        </p:nvSpPr>
        <p:spPr>
          <a:xfrm>
            <a:off x="3107795" y="4947828"/>
            <a:ext cx="990109" cy="253916"/>
          </a:xfrm>
          <a:prstGeom prst="rect">
            <a:avLst/>
          </a:prstGeom>
          <a:solidFill>
            <a:srgbClr val="FFFFFF"/>
          </a:solidFill>
        </p:spPr>
        <p:txBody>
          <a:bodyPr wrap="square" rtlCol="0">
            <a:spAutoFit/>
          </a:bodyPr>
          <a:lstStyle/>
          <a:p>
            <a:pPr algn="ctr">
              <a:lnSpc>
                <a:spcPct val="150000"/>
              </a:lnSpc>
            </a:pPr>
            <a:r>
              <a:rPr lang="en-US" altLang="ko-KR" sz="700" b="1" dirty="0" smtClean="0">
                <a:solidFill>
                  <a:schemeClr val="accent1"/>
                </a:solidFill>
                <a:latin typeface="+mn-ea"/>
                <a:ea typeface="+mn-ea"/>
              </a:rPr>
              <a:t>NUTANIX Public</a:t>
            </a:r>
            <a:endParaRPr lang="en-US" altLang="ko-KR" sz="700" dirty="0" smtClean="0">
              <a:solidFill>
                <a:schemeClr val="accent1"/>
              </a:solidFill>
              <a:latin typeface="+mn-ea"/>
              <a:ea typeface="+mn-ea"/>
            </a:endParaRPr>
          </a:p>
        </p:txBody>
      </p:sp>
      <p:sp>
        <p:nvSpPr>
          <p:cNvPr id="46" name="모서리가 둥근 직사각형 45"/>
          <p:cNvSpPr/>
          <p:nvPr/>
        </p:nvSpPr>
        <p:spPr>
          <a:xfrm>
            <a:off x="6626498" y="5058341"/>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sp>
        <p:nvSpPr>
          <p:cNvPr id="47" name="TextBox 46"/>
          <p:cNvSpPr txBox="1"/>
          <p:nvPr/>
        </p:nvSpPr>
        <p:spPr>
          <a:xfrm>
            <a:off x="8242145" y="5218747"/>
            <a:ext cx="1620860" cy="415498"/>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Storage Server</a:t>
            </a:r>
            <a:endParaRPr lang="en-US" altLang="ko-KR" sz="700" dirty="0" smtClean="0">
              <a:latin typeface="+mn-ea"/>
              <a:ea typeface="+mn-ea"/>
            </a:endParaRPr>
          </a:p>
          <a:p>
            <a:pPr algn="ctr">
              <a:lnSpc>
                <a:spcPct val="150000"/>
              </a:lnSpc>
            </a:pPr>
            <a:r>
              <a:rPr lang="en-US" altLang="ko-KR" sz="700" dirty="0" smtClean="0">
                <a:latin typeface="+mn-ea"/>
                <a:ea typeface="+mn-ea"/>
              </a:rPr>
              <a:t>Data Storage</a:t>
            </a:r>
          </a:p>
        </p:txBody>
      </p:sp>
    </p:spTree>
    <p:extLst>
      <p:ext uri="{BB962C8B-B14F-4D97-AF65-F5344CB8AC3E}">
        <p14:creationId xmlns:p14="http://schemas.microsoft.com/office/powerpoint/2010/main" val="302517867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3"/>
          <p:cNvSpPr>
            <a:spLocks noGrp="1"/>
          </p:cNvSpPr>
          <p:nvPr>
            <p:ph idx="1"/>
          </p:nvPr>
        </p:nvSpPr>
        <p:spPr>
          <a:xfrm>
            <a:off x="272480" y="728700"/>
            <a:ext cx="9359900" cy="261606"/>
          </a:xfrm>
        </p:spPr>
        <p:txBody>
          <a:bodyPr/>
          <a:lstStyle/>
          <a:p>
            <a:r>
              <a:rPr lang="en-US" altLang="ko-KR" sz="1100" dirty="0" smtClean="0">
                <a:latin typeface="+mn-ea"/>
                <a:ea typeface="+mn-ea"/>
              </a:rPr>
              <a:t>S-</a:t>
            </a:r>
            <a:r>
              <a:rPr lang="ko-KR" altLang="en-US" sz="1100" dirty="0" smtClean="0">
                <a:latin typeface="+mn-ea"/>
                <a:ea typeface="+mn-ea"/>
              </a:rPr>
              <a:t>인사 구성도</a:t>
            </a:r>
            <a:endParaRPr lang="ko-KR" altLang="en-US" sz="1100" dirty="0">
              <a:latin typeface="+mn-ea"/>
              <a:ea typeface="+mn-ea"/>
            </a:endParaRPr>
          </a:p>
        </p:txBody>
      </p:sp>
      <p:sp>
        <p:nvSpPr>
          <p:cNvPr id="9502" name="제목 2"/>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anchor="t" anchorCtr="0" compatLnSpc="1">
            <a:prstTxWarp prst="textNoShape">
              <a:avLst/>
            </a:prstTxWarp>
          </a:bodyPr>
          <a:lstStyle/>
          <a:p>
            <a:r>
              <a:rPr lang="en-US" altLang="ko-KR" dirty="0" smtClean="0">
                <a:latin typeface="+mn-ea"/>
                <a:ea typeface="+mn-ea"/>
              </a:rPr>
              <a:t>S-</a:t>
            </a:r>
            <a:r>
              <a:rPr lang="ko-KR" altLang="en-US" dirty="0" smtClean="0">
                <a:latin typeface="+mn-ea"/>
                <a:ea typeface="+mn-ea"/>
              </a:rPr>
              <a:t>인사</a:t>
            </a:r>
            <a:endParaRPr lang="ko-KR" altLang="en-US" dirty="0" smtClean="0">
              <a:solidFill>
                <a:srgbClr val="FF0000"/>
              </a:solidFill>
              <a:latin typeface="+mn-ea"/>
              <a:ea typeface="+mn-ea"/>
            </a:endParaRPr>
          </a:p>
        </p:txBody>
      </p:sp>
      <p:sp>
        <p:nvSpPr>
          <p:cNvPr id="3" name="내용 개체 틀 2"/>
          <p:cNvSpPr>
            <a:spLocks noGrp="1"/>
          </p:cNvSpPr>
          <p:nvPr>
            <p:ph sz="quarter" idx="12"/>
          </p:nvPr>
        </p:nvSpPr>
        <p:spPr/>
        <p:txBody>
          <a:bodyPr/>
          <a:lstStyle/>
          <a:p>
            <a:r>
              <a:rPr lang="ko-KR" altLang="en-US" dirty="0" smtClean="0">
                <a:latin typeface="+mn-ea"/>
                <a:ea typeface="+mn-ea"/>
              </a:rPr>
              <a:t>시스템 구성도</a:t>
            </a:r>
            <a:endParaRPr lang="ko-KR" altLang="en-US" dirty="0">
              <a:latin typeface="+mn-ea"/>
              <a:ea typeface="+mn-ea"/>
            </a:endParaRPr>
          </a:p>
        </p:txBody>
      </p:sp>
      <p:sp>
        <p:nvSpPr>
          <p:cNvPr id="13" name="모서리가 둥근 직사각형 12"/>
          <p:cNvSpPr/>
          <p:nvPr/>
        </p:nvSpPr>
        <p:spPr>
          <a:xfrm>
            <a:off x="4682970" y="1713877"/>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18" name="그림 17"/>
          <p:cNvPicPr>
            <a:picLocks noChangeAspect="1"/>
          </p:cNvPicPr>
          <p:nvPr/>
        </p:nvPicPr>
        <p:blipFill>
          <a:blip r:embed="rId2"/>
          <a:stretch>
            <a:fillRect/>
          </a:stretch>
        </p:blipFill>
        <p:spPr>
          <a:xfrm>
            <a:off x="6851761" y="2839141"/>
            <a:ext cx="526473" cy="564573"/>
          </a:xfrm>
          <a:prstGeom prst="rect">
            <a:avLst/>
          </a:prstGeom>
        </p:spPr>
      </p:pic>
      <p:sp>
        <p:nvSpPr>
          <p:cNvPr id="19" name="모서리가 둥근 직사각형 18"/>
          <p:cNvSpPr/>
          <p:nvPr/>
        </p:nvSpPr>
        <p:spPr>
          <a:xfrm>
            <a:off x="6618185" y="2727782"/>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21" name="그림 20"/>
          <p:cNvPicPr>
            <a:picLocks noChangeAspect="1"/>
          </p:cNvPicPr>
          <p:nvPr/>
        </p:nvPicPr>
        <p:blipFill>
          <a:blip r:embed="rId2"/>
          <a:stretch>
            <a:fillRect/>
          </a:stretch>
        </p:blipFill>
        <p:spPr>
          <a:xfrm>
            <a:off x="7491964" y="2844950"/>
            <a:ext cx="526473" cy="564573"/>
          </a:xfrm>
          <a:prstGeom prst="rect">
            <a:avLst/>
          </a:prstGeom>
        </p:spPr>
      </p:pic>
      <p:sp>
        <p:nvSpPr>
          <p:cNvPr id="22" name="TextBox 21"/>
          <p:cNvSpPr txBox="1"/>
          <p:nvPr/>
        </p:nvSpPr>
        <p:spPr>
          <a:xfrm>
            <a:off x="8242145" y="2832817"/>
            <a:ext cx="1668322"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Private Switch </a:t>
            </a:r>
            <a:r>
              <a:rPr lang="en-US" altLang="ko-KR" sz="700" dirty="0">
                <a:latin typeface="+mn-ea"/>
                <a:ea typeface="+mn-ea"/>
              </a:rPr>
              <a:t>(</a:t>
            </a:r>
            <a:r>
              <a:rPr lang="en-US" altLang="ko-KR" sz="700" dirty="0" smtClean="0">
                <a:latin typeface="+mn-ea"/>
                <a:ea typeface="+mn-ea"/>
              </a:rPr>
              <a:t>Active / Standby)</a:t>
            </a:r>
          </a:p>
          <a:p>
            <a:pPr algn="ctr">
              <a:lnSpc>
                <a:spcPct val="150000"/>
              </a:lnSpc>
            </a:pPr>
            <a:r>
              <a:rPr lang="en-US" altLang="ko-KR" sz="700" dirty="0" smtClean="0">
                <a:solidFill>
                  <a:srgbClr val="FF0000"/>
                </a:solidFill>
                <a:latin typeface="+mn-ea"/>
                <a:ea typeface="+mn-ea"/>
              </a:rPr>
              <a:t>= </a:t>
            </a:r>
            <a:r>
              <a:rPr lang="en-US" altLang="ko-KR" sz="700" b="1" dirty="0">
                <a:solidFill>
                  <a:srgbClr val="FF0000"/>
                </a:solidFill>
                <a:latin typeface="+mn-ea"/>
              </a:rPr>
              <a:t>Backbone</a:t>
            </a:r>
            <a:endParaRPr lang="en-US" altLang="ko-KR" sz="700" dirty="0" smtClean="0">
              <a:solidFill>
                <a:srgbClr val="FF0000"/>
              </a:solidFill>
              <a:latin typeface="+mn-ea"/>
              <a:ea typeface="+mn-ea"/>
            </a:endParaRPr>
          </a:p>
          <a:p>
            <a:pPr algn="ctr">
              <a:lnSpc>
                <a:spcPct val="150000"/>
              </a:lnSpc>
            </a:pPr>
            <a:r>
              <a:rPr lang="en-US" altLang="ko-KR" sz="700" dirty="0" smtClean="0">
                <a:latin typeface="+mn-ea"/>
                <a:ea typeface="+mn-ea"/>
              </a:rPr>
              <a:t>Traffic Control</a:t>
            </a:r>
            <a:endParaRPr lang="en-US" altLang="ko-KR" sz="700" dirty="0">
              <a:latin typeface="+mn-ea"/>
              <a:ea typeface="+mn-ea"/>
            </a:endParaRPr>
          </a:p>
        </p:txBody>
      </p:sp>
      <p:cxnSp>
        <p:nvCxnSpPr>
          <p:cNvPr id="24" name="직선 연결선 23"/>
          <p:cNvCxnSpPr>
            <a:stCxn id="19" idx="2"/>
          </p:cNvCxnSpPr>
          <p:nvPr/>
        </p:nvCxnSpPr>
        <p:spPr>
          <a:xfrm>
            <a:off x="7428185" y="3519782"/>
            <a:ext cx="0" cy="370071"/>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8242145" y="3971933"/>
            <a:ext cx="1620860" cy="577081"/>
          </a:xfrm>
          <a:prstGeom prst="rect">
            <a:avLst/>
          </a:prstGeom>
          <a:noFill/>
        </p:spPr>
        <p:txBody>
          <a:bodyPr wrap="square" rtlCol="0">
            <a:spAutoFit/>
          </a:bodyPr>
          <a:lstStyle/>
          <a:p>
            <a:pPr algn="ctr">
              <a:lnSpc>
                <a:spcPct val="150000"/>
              </a:lnSpc>
            </a:pPr>
            <a:r>
              <a:rPr lang="en-US" altLang="ko-KR" sz="700" b="1" dirty="0">
                <a:solidFill>
                  <a:srgbClr val="FF0000"/>
                </a:solidFill>
                <a:latin typeface="+mn-ea"/>
              </a:rPr>
              <a:t>DB Server</a:t>
            </a:r>
            <a:r>
              <a:rPr lang="en-US" altLang="ko-KR" sz="700" dirty="0">
                <a:latin typeface="+mn-ea"/>
              </a:rPr>
              <a:t> (</a:t>
            </a:r>
            <a:r>
              <a:rPr lang="en-US" altLang="ko-KR" sz="700" dirty="0" smtClean="0">
                <a:latin typeface="+mn-ea"/>
              </a:rPr>
              <a:t>Active)</a:t>
            </a:r>
            <a:endParaRPr lang="en-US" altLang="ko-KR" sz="700" b="1" dirty="0">
              <a:solidFill>
                <a:srgbClr val="FF0000"/>
              </a:solidFill>
              <a:latin typeface="+mn-ea"/>
            </a:endParaRPr>
          </a:p>
          <a:p>
            <a:pPr algn="ctr">
              <a:lnSpc>
                <a:spcPct val="150000"/>
              </a:lnSpc>
            </a:pPr>
            <a:r>
              <a:rPr lang="en-US" altLang="ko-KR" sz="700" dirty="0">
                <a:latin typeface="+mn-ea"/>
              </a:rPr>
              <a:t>Data Management</a:t>
            </a:r>
          </a:p>
          <a:p>
            <a:pPr algn="ctr">
              <a:lnSpc>
                <a:spcPct val="150000"/>
              </a:lnSpc>
            </a:pPr>
            <a:r>
              <a:rPr lang="en-US" altLang="ko-KR" sz="700" dirty="0">
                <a:latin typeface="+mn-ea"/>
              </a:rPr>
              <a:t>IP : </a:t>
            </a:r>
            <a:r>
              <a:rPr lang="en-US" altLang="ko-KR" sz="700" dirty="0" smtClean="0">
                <a:latin typeface="+mn-ea"/>
              </a:rPr>
              <a:t>150.149.53.1</a:t>
            </a:r>
            <a:endParaRPr lang="en-US" altLang="ko-KR" sz="700" dirty="0">
              <a:latin typeface="+mn-ea"/>
            </a:endParaRPr>
          </a:p>
        </p:txBody>
      </p:sp>
      <p:pic>
        <p:nvPicPr>
          <p:cNvPr id="27" name="그림 26"/>
          <p:cNvPicPr>
            <a:picLocks noChangeAspect="1"/>
          </p:cNvPicPr>
          <p:nvPr/>
        </p:nvPicPr>
        <p:blipFill>
          <a:blip r:embed="rId3"/>
          <a:stretch>
            <a:fillRect/>
          </a:stretch>
        </p:blipFill>
        <p:spPr>
          <a:xfrm>
            <a:off x="7069309" y="5279201"/>
            <a:ext cx="734378" cy="310039"/>
          </a:xfrm>
          <a:prstGeom prst="rect">
            <a:avLst/>
          </a:prstGeom>
        </p:spPr>
      </p:pic>
      <p:cxnSp>
        <p:nvCxnSpPr>
          <p:cNvPr id="28" name="직선 연결선 27"/>
          <p:cNvCxnSpPr>
            <a:stCxn id="37" idx="2"/>
            <a:endCxn id="70" idx="0"/>
          </p:cNvCxnSpPr>
          <p:nvPr/>
        </p:nvCxnSpPr>
        <p:spPr>
          <a:xfrm>
            <a:off x="7428185" y="4681853"/>
            <a:ext cx="8313" cy="376488"/>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pic>
        <p:nvPicPr>
          <p:cNvPr id="30" name="그림 29"/>
          <p:cNvPicPr>
            <a:picLocks noChangeAspect="1"/>
          </p:cNvPicPr>
          <p:nvPr/>
        </p:nvPicPr>
        <p:blipFill>
          <a:blip r:embed="rId4"/>
          <a:stretch>
            <a:fillRect/>
          </a:stretch>
        </p:blipFill>
        <p:spPr>
          <a:xfrm>
            <a:off x="4843365" y="773705"/>
            <a:ext cx="1299210" cy="754380"/>
          </a:xfrm>
          <a:prstGeom prst="rect">
            <a:avLst/>
          </a:prstGeom>
        </p:spPr>
      </p:pic>
      <p:cxnSp>
        <p:nvCxnSpPr>
          <p:cNvPr id="31" name="직선 연결선 30"/>
          <p:cNvCxnSpPr>
            <a:stCxn id="30" idx="2"/>
            <a:endCxn id="13" idx="0"/>
          </p:cNvCxnSpPr>
          <p:nvPr/>
        </p:nvCxnSpPr>
        <p:spPr>
          <a:xfrm>
            <a:off x="5492970" y="1528085"/>
            <a:ext cx="0" cy="185792"/>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pic>
        <p:nvPicPr>
          <p:cNvPr id="32" name="그림 31"/>
          <p:cNvPicPr>
            <a:picLocks noChangeAspect="1"/>
          </p:cNvPicPr>
          <p:nvPr/>
        </p:nvPicPr>
        <p:blipFill>
          <a:blip r:embed="rId5"/>
          <a:stretch>
            <a:fillRect/>
          </a:stretch>
        </p:blipFill>
        <p:spPr>
          <a:xfrm>
            <a:off x="4774002" y="1960546"/>
            <a:ext cx="713033" cy="251460"/>
          </a:xfrm>
          <a:prstGeom prst="rect">
            <a:avLst/>
          </a:prstGeom>
        </p:spPr>
      </p:pic>
      <p:pic>
        <p:nvPicPr>
          <p:cNvPr id="33" name="그림 32"/>
          <p:cNvPicPr>
            <a:picLocks noChangeAspect="1"/>
          </p:cNvPicPr>
          <p:nvPr/>
        </p:nvPicPr>
        <p:blipFill>
          <a:blip r:embed="rId5"/>
          <a:stretch>
            <a:fillRect/>
          </a:stretch>
        </p:blipFill>
        <p:spPr>
          <a:xfrm>
            <a:off x="5487035" y="1960546"/>
            <a:ext cx="713033" cy="251460"/>
          </a:xfrm>
          <a:prstGeom prst="rect">
            <a:avLst/>
          </a:prstGeom>
        </p:spPr>
      </p:pic>
      <p:cxnSp>
        <p:nvCxnSpPr>
          <p:cNvPr id="39" name="꺾인 연결선 38"/>
          <p:cNvCxnSpPr>
            <a:stCxn id="13" idx="1"/>
            <a:endCxn id="44" idx="0"/>
          </p:cNvCxnSpPr>
          <p:nvPr/>
        </p:nvCxnSpPr>
        <p:spPr bwMode="auto">
          <a:xfrm rot="10800000" flipV="1">
            <a:off x="3602940" y="2109876"/>
            <a:ext cx="1080030" cy="617905"/>
          </a:xfrm>
          <a:prstGeom prst="bentConnector2">
            <a:avLst/>
          </a:prstGeom>
          <a:solidFill>
            <a:schemeClr val="accent1"/>
          </a:solidFill>
          <a:ln w="12700" cap="flat" cmpd="sng" algn="ctr">
            <a:solidFill>
              <a:srgbClr val="FFC000"/>
            </a:solidFill>
            <a:prstDash val="sysDot"/>
            <a:round/>
            <a:headEnd type="none" w="med" len="med"/>
            <a:tailEnd type="none" w="med" len="med"/>
          </a:ln>
          <a:effectLst/>
        </p:spPr>
      </p:cxnSp>
      <p:cxnSp>
        <p:nvCxnSpPr>
          <p:cNvPr id="41" name="꺾인 연결선 40"/>
          <p:cNvCxnSpPr>
            <a:stCxn id="13" idx="3"/>
            <a:endCxn id="19" idx="0"/>
          </p:cNvCxnSpPr>
          <p:nvPr/>
        </p:nvCxnSpPr>
        <p:spPr bwMode="auto">
          <a:xfrm>
            <a:off x="6302970" y="2109877"/>
            <a:ext cx="1125215" cy="617905"/>
          </a:xfrm>
          <a:prstGeom prst="bentConnector2">
            <a:avLst/>
          </a:prstGeom>
          <a:solidFill>
            <a:schemeClr val="accent1"/>
          </a:solidFill>
          <a:ln w="12700" cap="flat" cmpd="sng" algn="ctr">
            <a:solidFill>
              <a:schemeClr val="accent1">
                <a:lumMod val="75000"/>
              </a:schemeClr>
            </a:solidFill>
            <a:prstDash val="sysDot"/>
            <a:round/>
            <a:headEnd type="none" w="med" len="med"/>
            <a:tailEnd type="none" w="med" len="med"/>
          </a:ln>
          <a:effectLst/>
        </p:spPr>
      </p:cxnSp>
      <p:pic>
        <p:nvPicPr>
          <p:cNvPr id="35" name="Picture 3"/>
          <p:cNvPicPr>
            <a:picLocks noChangeAspect="1" noChangeArrowheads="1"/>
          </p:cNvPicPr>
          <p:nvPr/>
        </p:nvPicPr>
        <p:blipFill>
          <a:blip r:embed="rId6" cstate="print"/>
          <a:srcRect/>
          <a:stretch>
            <a:fillRect/>
          </a:stretch>
        </p:blipFill>
        <p:spPr bwMode="auto">
          <a:xfrm>
            <a:off x="7074804" y="4183724"/>
            <a:ext cx="713511" cy="246382"/>
          </a:xfrm>
          <a:prstGeom prst="rect">
            <a:avLst/>
          </a:prstGeom>
          <a:noFill/>
          <a:ln w="9525">
            <a:noFill/>
            <a:miter lim="800000"/>
            <a:headEnd/>
            <a:tailEnd/>
          </a:ln>
        </p:spPr>
      </p:pic>
      <p:sp>
        <p:nvSpPr>
          <p:cNvPr id="37" name="모서리가 둥근 직사각형 36"/>
          <p:cNvSpPr/>
          <p:nvPr/>
        </p:nvSpPr>
        <p:spPr>
          <a:xfrm>
            <a:off x="6618185" y="3889853"/>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40" name="Picture 5"/>
          <p:cNvPicPr>
            <a:picLocks noChangeAspect="1" noChangeArrowheads="1"/>
          </p:cNvPicPr>
          <p:nvPr/>
        </p:nvPicPr>
        <p:blipFill>
          <a:blip r:embed="rId7" cstate="print"/>
          <a:srcRect/>
          <a:stretch>
            <a:fillRect/>
          </a:stretch>
        </p:blipFill>
        <p:spPr bwMode="auto">
          <a:xfrm>
            <a:off x="2907468" y="2991548"/>
            <a:ext cx="688188" cy="263648"/>
          </a:xfrm>
          <a:prstGeom prst="rect">
            <a:avLst/>
          </a:prstGeom>
          <a:noFill/>
          <a:ln w="9525">
            <a:noFill/>
            <a:miter lim="800000"/>
            <a:headEnd/>
            <a:tailEnd/>
          </a:ln>
        </p:spPr>
      </p:pic>
      <p:sp>
        <p:nvSpPr>
          <p:cNvPr id="42" name="TextBox 41"/>
          <p:cNvSpPr txBox="1"/>
          <p:nvPr/>
        </p:nvSpPr>
        <p:spPr>
          <a:xfrm>
            <a:off x="1262590" y="2855606"/>
            <a:ext cx="1514250"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Public Switch </a:t>
            </a:r>
            <a:r>
              <a:rPr lang="en-US" altLang="ko-KR" sz="700" dirty="0" smtClean="0">
                <a:latin typeface="+mn-ea"/>
                <a:ea typeface="+mn-ea"/>
              </a:rPr>
              <a:t>(Active / Standby)</a:t>
            </a:r>
          </a:p>
          <a:p>
            <a:pPr algn="ctr">
              <a:lnSpc>
                <a:spcPct val="150000"/>
              </a:lnSpc>
            </a:pPr>
            <a:r>
              <a:rPr lang="en-US" altLang="ko-KR" sz="700" dirty="0" smtClean="0">
                <a:latin typeface="+mn-ea"/>
                <a:ea typeface="+mn-ea"/>
              </a:rPr>
              <a:t>IP : 221.149.41.X</a:t>
            </a:r>
          </a:p>
          <a:p>
            <a:pPr algn="ctr">
              <a:lnSpc>
                <a:spcPct val="150000"/>
              </a:lnSpc>
            </a:pPr>
            <a:r>
              <a:rPr lang="en-US" altLang="ko-KR" sz="700" dirty="0" smtClean="0">
                <a:latin typeface="+mn-ea"/>
                <a:ea typeface="+mn-ea"/>
              </a:rPr>
              <a:t>192.168.20.252</a:t>
            </a:r>
          </a:p>
        </p:txBody>
      </p:sp>
      <p:pic>
        <p:nvPicPr>
          <p:cNvPr id="43" name="Picture 5"/>
          <p:cNvPicPr>
            <a:picLocks noChangeAspect="1" noChangeArrowheads="1"/>
          </p:cNvPicPr>
          <p:nvPr/>
        </p:nvPicPr>
        <p:blipFill>
          <a:blip r:embed="rId7" cstate="print"/>
          <a:srcRect/>
          <a:stretch>
            <a:fillRect/>
          </a:stretch>
        </p:blipFill>
        <p:spPr bwMode="auto">
          <a:xfrm>
            <a:off x="3613142" y="2982865"/>
            <a:ext cx="688188" cy="263648"/>
          </a:xfrm>
          <a:prstGeom prst="rect">
            <a:avLst/>
          </a:prstGeom>
          <a:noFill/>
          <a:ln w="9525">
            <a:noFill/>
            <a:miter lim="800000"/>
            <a:headEnd/>
            <a:tailEnd/>
          </a:ln>
        </p:spPr>
      </p:pic>
      <p:sp>
        <p:nvSpPr>
          <p:cNvPr id="44" name="모서리가 둥근 직사각형 43"/>
          <p:cNvSpPr/>
          <p:nvPr/>
        </p:nvSpPr>
        <p:spPr>
          <a:xfrm>
            <a:off x="2792940" y="2727782"/>
            <a:ext cx="1620000" cy="79200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48" name="Picture 5"/>
          <p:cNvPicPr>
            <a:picLocks noChangeAspect="1" noChangeArrowheads="1"/>
          </p:cNvPicPr>
          <p:nvPr/>
        </p:nvPicPr>
        <p:blipFill>
          <a:blip r:embed="rId7" cstate="print"/>
          <a:srcRect/>
          <a:stretch>
            <a:fillRect/>
          </a:stretch>
        </p:blipFill>
        <p:spPr bwMode="auto">
          <a:xfrm>
            <a:off x="2919259" y="4179768"/>
            <a:ext cx="688188" cy="263648"/>
          </a:xfrm>
          <a:prstGeom prst="rect">
            <a:avLst/>
          </a:prstGeom>
          <a:noFill/>
          <a:ln w="9525">
            <a:noFill/>
            <a:miter lim="800000"/>
            <a:headEnd/>
            <a:tailEnd/>
          </a:ln>
        </p:spPr>
      </p:pic>
      <p:pic>
        <p:nvPicPr>
          <p:cNvPr id="49" name="Picture 5"/>
          <p:cNvPicPr>
            <a:picLocks noChangeAspect="1" noChangeArrowheads="1"/>
          </p:cNvPicPr>
          <p:nvPr/>
        </p:nvPicPr>
        <p:blipFill>
          <a:blip r:embed="rId7" cstate="print"/>
          <a:srcRect/>
          <a:stretch>
            <a:fillRect/>
          </a:stretch>
        </p:blipFill>
        <p:spPr bwMode="auto">
          <a:xfrm>
            <a:off x="3624933" y="4171085"/>
            <a:ext cx="688188" cy="263648"/>
          </a:xfrm>
          <a:prstGeom prst="rect">
            <a:avLst/>
          </a:prstGeom>
          <a:noFill/>
          <a:ln w="9525">
            <a:noFill/>
            <a:miter lim="800000"/>
            <a:headEnd/>
            <a:tailEnd/>
          </a:ln>
        </p:spPr>
      </p:pic>
      <p:sp>
        <p:nvSpPr>
          <p:cNvPr id="50" name="모서리가 둥근 직사각형 49"/>
          <p:cNvSpPr/>
          <p:nvPr/>
        </p:nvSpPr>
        <p:spPr>
          <a:xfrm>
            <a:off x="2785153" y="3916002"/>
            <a:ext cx="1636100" cy="79200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56" name="Picture 4"/>
          <p:cNvPicPr>
            <a:picLocks noChangeAspect="1" noChangeArrowheads="1"/>
          </p:cNvPicPr>
          <p:nvPr/>
        </p:nvPicPr>
        <p:blipFill>
          <a:blip r:embed="rId8" cstate="print"/>
          <a:srcRect/>
          <a:stretch>
            <a:fillRect/>
          </a:stretch>
        </p:blipFill>
        <p:spPr bwMode="auto">
          <a:xfrm>
            <a:off x="3242810" y="5345726"/>
            <a:ext cx="783683" cy="260032"/>
          </a:xfrm>
          <a:prstGeom prst="rect">
            <a:avLst/>
          </a:prstGeom>
          <a:noFill/>
          <a:ln w="9525">
            <a:noFill/>
            <a:miter lim="800000"/>
            <a:headEnd/>
            <a:tailEnd/>
          </a:ln>
        </p:spPr>
      </p:pic>
      <p:sp>
        <p:nvSpPr>
          <p:cNvPr id="58" name="TextBox 57"/>
          <p:cNvSpPr txBox="1"/>
          <p:nvPr/>
        </p:nvSpPr>
        <p:spPr>
          <a:xfrm>
            <a:off x="2747755" y="5867254"/>
            <a:ext cx="1780799"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WAS Server </a:t>
            </a:r>
            <a:r>
              <a:rPr lang="en-US" altLang="ko-KR" sz="700" dirty="0">
                <a:latin typeface="+mn-ea"/>
                <a:ea typeface="+mn-ea"/>
              </a:rPr>
              <a:t>(</a:t>
            </a:r>
            <a:r>
              <a:rPr lang="en-US" altLang="ko-KR" sz="700" dirty="0" smtClean="0">
                <a:latin typeface="+mn-ea"/>
                <a:ea typeface="+mn-ea"/>
              </a:rPr>
              <a:t>Active)</a:t>
            </a:r>
          </a:p>
          <a:p>
            <a:pPr algn="ctr">
              <a:lnSpc>
                <a:spcPct val="150000"/>
              </a:lnSpc>
            </a:pPr>
            <a:r>
              <a:rPr lang="en-US" altLang="ko-KR" sz="700" dirty="0" smtClean="0">
                <a:latin typeface="+mn-ea"/>
                <a:ea typeface="+mn-ea"/>
              </a:rPr>
              <a:t>WEB/WAS Service</a:t>
            </a:r>
          </a:p>
          <a:p>
            <a:pPr algn="ctr">
              <a:lnSpc>
                <a:spcPct val="150000"/>
              </a:lnSpc>
            </a:pPr>
            <a:r>
              <a:rPr lang="en-US" altLang="ko-KR" sz="700" dirty="0" smtClean="0">
                <a:latin typeface="+mn-ea"/>
                <a:ea typeface="+mn-ea"/>
              </a:rPr>
              <a:t>IP </a:t>
            </a:r>
            <a:r>
              <a:rPr lang="en-US" altLang="ko-KR" sz="700" dirty="0">
                <a:latin typeface="+mn-ea"/>
                <a:ea typeface="+mn-ea"/>
              </a:rPr>
              <a:t>: </a:t>
            </a:r>
            <a:r>
              <a:rPr lang="en-US" altLang="ko-KR" sz="700" dirty="0" smtClean="0">
                <a:latin typeface="+mn-ea"/>
                <a:ea typeface="+mn-ea"/>
              </a:rPr>
              <a:t>192.168.20.58</a:t>
            </a:r>
          </a:p>
        </p:txBody>
      </p:sp>
      <p:sp>
        <p:nvSpPr>
          <p:cNvPr id="59" name="모서리가 둥근 직사각형 58"/>
          <p:cNvSpPr/>
          <p:nvPr/>
        </p:nvSpPr>
        <p:spPr>
          <a:xfrm>
            <a:off x="2804731" y="5067471"/>
            <a:ext cx="1620000" cy="79200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cxnSp>
        <p:nvCxnSpPr>
          <p:cNvPr id="61" name="직선 연결선 60"/>
          <p:cNvCxnSpPr>
            <a:stCxn id="50" idx="2"/>
            <a:endCxn id="59" idx="0"/>
          </p:cNvCxnSpPr>
          <p:nvPr/>
        </p:nvCxnSpPr>
        <p:spPr>
          <a:xfrm>
            <a:off x="3614731" y="4708002"/>
            <a:ext cx="3238" cy="359469"/>
          </a:xfrm>
          <a:prstGeom prst="line">
            <a:avLst/>
          </a:prstGeom>
          <a:ln w="12700">
            <a:solidFill>
              <a:srgbClr val="FFC000"/>
            </a:solidFill>
            <a:prstDash val="sysDot"/>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1395296" y="4165194"/>
            <a:ext cx="1369085" cy="253916"/>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L4 Switch </a:t>
            </a:r>
            <a:r>
              <a:rPr lang="en-US" altLang="ko-KR" sz="700" dirty="0" smtClean="0">
                <a:latin typeface="+mn-ea"/>
                <a:ea typeface="+mn-ea"/>
              </a:rPr>
              <a:t>(Active / Standby)</a:t>
            </a:r>
          </a:p>
        </p:txBody>
      </p:sp>
      <p:sp>
        <p:nvSpPr>
          <p:cNvPr id="68" name="TextBox 67"/>
          <p:cNvSpPr txBox="1"/>
          <p:nvPr/>
        </p:nvSpPr>
        <p:spPr>
          <a:xfrm>
            <a:off x="3107795" y="4947828"/>
            <a:ext cx="990109" cy="253916"/>
          </a:xfrm>
          <a:prstGeom prst="rect">
            <a:avLst/>
          </a:prstGeom>
          <a:solidFill>
            <a:srgbClr val="FFFFFF"/>
          </a:solidFill>
        </p:spPr>
        <p:txBody>
          <a:bodyPr wrap="square" rtlCol="0">
            <a:spAutoFit/>
          </a:bodyPr>
          <a:lstStyle/>
          <a:p>
            <a:pPr algn="ctr">
              <a:lnSpc>
                <a:spcPct val="150000"/>
              </a:lnSpc>
            </a:pPr>
            <a:r>
              <a:rPr lang="en-US" altLang="ko-KR" sz="700" b="1" dirty="0" smtClean="0">
                <a:solidFill>
                  <a:schemeClr val="accent1"/>
                </a:solidFill>
                <a:latin typeface="+mn-ea"/>
                <a:ea typeface="+mn-ea"/>
              </a:rPr>
              <a:t>NUTANIX Public</a:t>
            </a:r>
            <a:endParaRPr lang="en-US" altLang="ko-KR" sz="700" dirty="0" smtClean="0">
              <a:solidFill>
                <a:schemeClr val="accent1"/>
              </a:solidFill>
              <a:latin typeface="+mn-ea"/>
              <a:ea typeface="+mn-ea"/>
            </a:endParaRPr>
          </a:p>
        </p:txBody>
      </p:sp>
      <p:cxnSp>
        <p:nvCxnSpPr>
          <p:cNvPr id="66" name="꺾인 연결선 65"/>
          <p:cNvCxnSpPr>
            <a:stCxn id="44" idx="2"/>
            <a:endCxn id="50" idx="0"/>
          </p:cNvCxnSpPr>
          <p:nvPr/>
        </p:nvCxnSpPr>
        <p:spPr bwMode="auto">
          <a:xfrm rot="16200000" flipH="1">
            <a:off x="3404961" y="3717760"/>
            <a:ext cx="396220" cy="263"/>
          </a:xfrm>
          <a:prstGeom prst="bentConnector3">
            <a:avLst>
              <a:gd name="adj1" fmla="val 50000"/>
            </a:avLst>
          </a:prstGeom>
          <a:solidFill>
            <a:schemeClr val="accent1"/>
          </a:solidFill>
          <a:ln w="12700" cap="flat" cmpd="sng" algn="ctr">
            <a:solidFill>
              <a:srgbClr val="FFC000"/>
            </a:solidFill>
            <a:prstDash val="sysDot"/>
            <a:round/>
            <a:headEnd type="none" w="med" len="med"/>
            <a:tailEnd type="none" w="med" len="med"/>
          </a:ln>
          <a:effectLst/>
        </p:spPr>
      </p:cxnSp>
      <p:sp>
        <p:nvSpPr>
          <p:cNvPr id="67" name="TextBox 66"/>
          <p:cNvSpPr txBox="1"/>
          <p:nvPr/>
        </p:nvSpPr>
        <p:spPr>
          <a:xfrm>
            <a:off x="4823924" y="2518447"/>
            <a:ext cx="1369085" cy="415498"/>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Firewall </a:t>
            </a:r>
            <a:r>
              <a:rPr lang="en-US" altLang="ko-KR" sz="700" dirty="0" smtClean="0">
                <a:latin typeface="+mn-ea"/>
                <a:ea typeface="+mn-ea"/>
              </a:rPr>
              <a:t>(Active / Standby)</a:t>
            </a:r>
          </a:p>
          <a:p>
            <a:pPr algn="ctr">
              <a:lnSpc>
                <a:spcPct val="150000"/>
              </a:lnSpc>
            </a:pPr>
            <a:r>
              <a:rPr lang="en-US" altLang="ko-KR" sz="700" dirty="0" smtClean="0">
                <a:latin typeface="+mn-ea"/>
                <a:ea typeface="+mn-ea"/>
              </a:rPr>
              <a:t>Access Control</a:t>
            </a:r>
          </a:p>
        </p:txBody>
      </p:sp>
      <p:sp>
        <p:nvSpPr>
          <p:cNvPr id="70" name="모서리가 둥근 직사각형 69"/>
          <p:cNvSpPr/>
          <p:nvPr/>
        </p:nvSpPr>
        <p:spPr>
          <a:xfrm>
            <a:off x="6626498" y="5058341"/>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sp>
        <p:nvSpPr>
          <p:cNvPr id="71" name="TextBox 70"/>
          <p:cNvSpPr txBox="1"/>
          <p:nvPr/>
        </p:nvSpPr>
        <p:spPr>
          <a:xfrm>
            <a:off x="8242145" y="5218747"/>
            <a:ext cx="1620860" cy="415498"/>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Storage Server</a:t>
            </a:r>
            <a:endParaRPr lang="en-US" altLang="ko-KR" sz="700" dirty="0" smtClean="0">
              <a:latin typeface="+mn-ea"/>
              <a:ea typeface="+mn-ea"/>
            </a:endParaRPr>
          </a:p>
          <a:p>
            <a:pPr algn="ctr">
              <a:lnSpc>
                <a:spcPct val="150000"/>
              </a:lnSpc>
            </a:pPr>
            <a:r>
              <a:rPr lang="en-US" altLang="ko-KR" sz="700" dirty="0" smtClean="0">
                <a:latin typeface="+mn-ea"/>
                <a:ea typeface="+mn-ea"/>
              </a:rPr>
              <a:t>Data Storage</a:t>
            </a:r>
          </a:p>
        </p:txBody>
      </p:sp>
    </p:spTree>
    <p:extLst>
      <p:ext uri="{BB962C8B-B14F-4D97-AF65-F5344CB8AC3E}">
        <p14:creationId xmlns:p14="http://schemas.microsoft.com/office/powerpoint/2010/main" val="329435603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CN_DEFAULTS_TEXT_BOX_FRAME" val="TXTF_WIDTH$True|TXTF_HEIGHT$True|TXTF_TOP$True|TXTF_LEFT$True|TXTF_FILL_COLOR$True|TXTF_LINE_WEIGHT$False|TXTF_LINE_STYLE$False|TXTF_LINE_COLOR$False|TXTF_MARGIN_TOP$False|TXTF_MARGIN_BOTTOM$False|TXTF_MARGIN_LEFT$False|TXTF_MARGIN_RIGHT$False|TXTF_WORD_WRAP$True|TXTF_FIT_SHAPE$False|TXTF_ROTATION$True|TXTF_ANCHOR_POINT$False"/>
  <p:tag name="ACN_DEFAULTS_TEXT_BOX_TEXTRANGE" val="TXT_BOLD$False|TXT_ITALIC$False|TXT_UNDERLINE$False|TXT_FONT_TYPE$True|TXT_FONT_SIZE$True|TXT_FONT_COLOR$True|TXT_SHADOW$False|TXT_SCRIPT$True"/>
  <p:tag name="ACN_DEFAULTS_TEXT_BOX_PARAGRAPH" val="PARA_ALIGNMENT$False|PARA_LINE_SPACING$False|PARA_BEFORE_PARAGRAPH$False|PARA_AFTER_PARAGRAPH$False"/>
  <p:tag name="ACN_DEFAULTS_TEXT_BOX_INDENTLEVEL" val="IND_PRESERVE$True|IND_False$False|IND_ADD$False"/>
</p:tagLst>
</file>

<file path=ppt/tags/tag2.xml><?xml version="1.0" encoding="utf-8"?>
<p:tagLst xmlns:a="http://schemas.openxmlformats.org/drawingml/2006/main" xmlns:r="http://schemas.openxmlformats.org/officeDocument/2006/relationships" xmlns:p="http://schemas.openxmlformats.org/presentationml/2006/main">
  <p:tag name="STYLE" val="AcnBodyText"/>
  <p:tag name="DATE" val="2012-05-14 오전 10:15:57"/>
</p:tagLst>
</file>

<file path=ppt/theme/theme1.xml><?xml version="1.0" encoding="utf-8"?>
<a:theme xmlns:a="http://schemas.openxmlformats.org/drawingml/2006/main" name="경영정보팀 PPT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Y IBK Proposal">
      <a:majorFont>
        <a:latin typeface="Arial"/>
        <a:ea typeface="맑은 고딕"/>
        <a:cs typeface=""/>
      </a:majorFont>
      <a:minorFont>
        <a:latin typeface="Arial"/>
        <a:ea typeface="맑은 고딕"/>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a:solidFill>
            <a:schemeClr val="accent1"/>
          </a:solidFill>
        </a:ln>
      </a:spPr>
      <a:bodyPr wrap="square" lIns="0" tIns="0" rIns="0" bIns="0" rtlCol="0" anchor="ctr">
        <a:noAutofit/>
      </a:bodyPr>
      <a:lstStyle>
        <a:defPPr algn="ctr">
          <a:spcBef>
            <a:spcPct val="20000"/>
          </a:spcBef>
          <a:buClr>
            <a:srgbClr val="FFD200"/>
          </a:buClr>
          <a:buSzPct val="75000"/>
          <a:defRPr sz="1000" b="1" kern="0" dirty="0" smtClean="0">
            <a:solidFill>
              <a:schemeClr val="tx2">
                <a:lumMod val="75000"/>
              </a:schemeClr>
            </a:solidFill>
            <a:latin typeface="맑은 고딕" pitchFamily="50" charset="-127"/>
            <a:ea typeface="맑은 고딕" pitchFamily="50" charset="-127"/>
          </a:defRPr>
        </a:defPPr>
      </a:lstStyle>
    </a:spDef>
    <a:lnDef>
      <a:spPr bwMode="auto">
        <a:solidFill>
          <a:schemeClr val="accent1"/>
        </a:solidFill>
        <a:ln w="9525" cap="flat" cmpd="sng" algn="ctr">
          <a:solidFill>
            <a:schemeClr val="accent1">
              <a:lumMod val="75000"/>
            </a:schemeClr>
          </a:solidFill>
          <a:prstDash val="sysDot"/>
          <a:round/>
          <a:headEnd type="none" w="med" len="med"/>
          <a:tailEnd type="none" w="med" len="med"/>
        </a:ln>
        <a:effectLst/>
      </a:spPr>
      <a:bodyPr/>
      <a:lstStyle/>
    </a:lnDef>
    <a:txDef>
      <a:spPr>
        <a:noFill/>
      </a:spPr>
      <a:bodyPr wrap="square" rtlCol="0">
        <a:spAutoFit/>
      </a:bodyPr>
      <a:lstStyle>
        <a:defPPr marL="268288" indent="-215900">
          <a:spcBef>
            <a:spcPct val="20000"/>
          </a:spcBef>
          <a:buClr>
            <a:srgbClr val="FFD200"/>
          </a:buClr>
          <a:buSzPct val="75000"/>
          <a:buFont typeface="Arial" charset="0"/>
          <a:buChar char="►"/>
          <a:defRPr sz="1400" kern="0" dirty="0" smtClean="0">
            <a:solidFill>
              <a:srgbClr val="646464">
                <a:lumMod val="50000"/>
              </a:srgbClr>
            </a:solidFill>
            <a:latin typeface="맑은 고딕" pitchFamily="50" charset="-127"/>
            <a:ea typeface="맑은 고딕" pitchFamily="50" charset="-127"/>
          </a:defRPr>
        </a:defPPr>
      </a:lstStyle>
    </a:txDef>
  </a:objectDefaults>
  <a:extraClrSchemeLst>
    <a:extraClrScheme>
      <a:clrScheme name="EY_Handou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808080"/>
      </a:accent1>
      <a:accent2>
        <a:srgbClr val="FFD200"/>
      </a:accent2>
      <a:accent3>
        <a:srgbClr val="FFFFFF"/>
      </a:accent3>
      <a:accent4>
        <a:srgbClr val="000000"/>
      </a:accent4>
      <a:accent5>
        <a:srgbClr val="C0C0C0"/>
      </a:accent5>
      <a:accent6>
        <a:srgbClr val="E7BE00"/>
      </a:accent6>
      <a:hlink>
        <a:srgbClr val="808080"/>
      </a:hlink>
      <a:folHlink>
        <a:srgbClr val="C0C0C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문서" ma:contentTypeID="0x01010024799F8C061FF54FA9C3F03411021153" ma:contentTypeVersion="0" ma:contentTypeDescription="새 문서를 만듭니다." ma:contentTypeScope="" ma:versionID="785d639d16b9fcf75a50f3b6492efe30">
  <xsd:schema xmlns:xsd="http://www.w3.org/2001/XMLSchema" xmlns:p="http://schemas.microsoft.com/office/2006/metadata/properties" targetNamespace="http://schemas.microsoft.com/office/2006/metadata/properties" ma:root="true" ma:fieldsID="6d1ee5c80bf69a1ee28e268965e8a726">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ma:readOnly="true"/>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3096ECB2-C7A9-48BE-915A-90E7F0B570E7}">
  <ds:schemaRefs>
    <ds:schemaRef ds:uri="http://schemas.microsoft.com/sharepoint/v3/contenttype/forms"/>
  </ds:schemaRefs>
</ds:datastoreItem>
</file>

<file path=customXml/itemProps2.xml><?xml version="1.0" encoding="utf-8"?>
<ds:datastoreItem xmlns:ds="http://schemas.openxmlformats.org/officeDocument/2006/customXml" ds:itemID="{E68AE160-D632-463C-AAE1-DFCBE262CDA4}">
  <ds:schemaRefs>
    <ds:schemaRef ds:uri="http://purl.org/dc/terms/"/>
    <ds:schemaRef ds:uri="http://www.w3.org/XML/1998/namespace"/>
    <ds:schemaRef ds:uri="http://schemas.microsoft.com/office/2006/documentManagement/types"/>
    <ds:schemaRef ds:uri="http://schemas.openxmlformats.org/package/2006/metadata/core-properties"/>
    <ds:schemaRef ds:uri="http://purl.org/dc/elements/1.1/"/>
    <ds:schemaRef ds:uri="http://purl.org/dc/dcmitype/"/>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78FE0ED-DF9C-4FBE-81BA-D32F2B2E97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
  <TotalTime>40027</TotalTime>
  <Words>411</Words>
  <Application>Microsoft Office PowerPoint</Application>
  <PresentationFormat>A4 용지(210x297mm)</PresentationFormat>
  <Paragraphs>116</Paragraphs>
  <Slides>5</Slides>
  <Notes>1</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5</vt:i4>
      </vt:variant>
    </vt:vector>
  </HeadingPairs>
  <TitlesOfParts>
    <vt:vector size="14" baseType="lpstr">
      <vt:lpstr>Arial</vt:lpstr>
      <vt:lpstr>Wingdings</vt:lpstr>
      <vt:lpstr>굴림</vt:lpstr>
      <vt:lpstr>맑은 고딕</vt:lpstr>
      <vt:lpstr>Helvetica</vt:lpstr>
      <vt:lpstr>나눔고딕 ExtraBold</vt:lpstr>
      <vt:lpstr>JBold</vt:lpstr>
      <vt:lpstr>나눔고딕</vt:lpstr>
      <vt:lpstr>경영정보팀 PPT Template</vt:lpstr>
      <vt:lpstr>패션IT팀 시스템 구성도</vt:lpstr>
      <vt:lpstr>패션영업시스템 서버 구성도</vt:lpstr>
      <vt:lpstr>물류관리시스템 구성도</vt:lpstr>
      <vt:lpstr>BW</vt:lpstr>
      <vt:lpstr>S-인사</vt:lpstr>
    </vt:vector>
  </TitlesOfParts>
  <Company>Shinsung Tongsang</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Document Template</dc:title>
  <dc:creator>Sid Jung</dc:creator>
  <dc:description>Sid Jung (010-8721-8458)</dc:description>
  <cp:lastModifiedBy>user</cp:lastModifiedBy>
  <cp:revision>2128</cp:revision>
  <cp:lastPrinted>2020-11-13T02:24:17Z</cp:lastPrinted>
  <dcterms:created xsi:type="dcterms:W3CDTF">2010-03-03T04:03:39Z</dcterms:created>
  <dcterms:modified xsi:type="dcterms:W3CDTF">2024-03-04T06:06:45Z</dcterms:modified>
</cp:coreProperties>
</file>