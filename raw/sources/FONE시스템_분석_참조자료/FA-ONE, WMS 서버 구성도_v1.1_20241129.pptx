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55D9E0-F724-4011-B151-ECAEBF3BCC23}" v="1" dt="2026-03-10T02:14:50.5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0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1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보보안팀_이재익" userId="535ca0ed-d96f-4255-8e29-d7a88f5e5243" providerId="ADAL" clId="{384F9C39-0F03-4F10-9197-7836FA937E6C}"/>
    <pc:docChg chg="modSld">
      <pc:chgData name="정보보안팀_이재익" userId="535ca0ed-d96f-4255-8e29-d7a88f5e5243" providerId="ADAL" clId="{384F9C39-0F03-4F10-9197-7836FA937E6C}" dt="2026-03-10T02:14:59.524" v="3" actId="14100"/>
      <pc:docMkLst>
        <pc:docMk/>
      </pc:docMkLst>
      <pc:sldChg chg="addSp modSp mod">
        <pc:chgData name="정보보안팀_이재익" userId="535ca0ed-d96f-4255-8e29-d7a88f5e5243" providerId="ADAL" clId="{384F9C39-0F03-4F10-9197-7836FA937E6C}" dt="2026-03-10T02:14:59.524" v="3" actId="14100"/>
        <pc:sldMkLst>
          <pc:docMk/>
          <pc:sldMk cId="2319190073" sldId="257"/>
        </pc:sldMkLst>
        <pc:spChg chg="add mod">
          <ac:chgData name="정보보안팀_이재익" userId="535ca0ed-d96f-4255-8e29-d7a88f5e5243" providerId="ADAL" clId="{384F9C39-0F03-4F10-9197-7836FA937E6C}" dt="2026-03-10T02:14:59.524" v="3" actId="14100"/>
          <ac:spMkLst>
            <pc:docMk/>
            <pc:sldMk cId="2319190073" sldId="257"/>
            <ac:spMk id="2" creationId="{927E9916-BB93-5A8D-FD37-5C12BF5A2B2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9A4D-221E-46E2-BCD9-FEDEC207B3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9521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9A4D-221E-46E2-BCD9-FEDEC207B3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412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9A4D-221E-46E2-BCD9-FEDEC207B3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547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9A4D-221E-46E2-BCD9-FEDEC207B3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932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9A4D-221E-46E2-BCD9-FEDEC207B3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449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9A4D-221E-46E2-BCD9-FEDEC207B3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840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9A4D-221E-46E2-BCD9-FEDEC207B3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92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9A4D-221E-46E2-BCD9-FEDEC207B3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385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9A4D-221E-46E2-BCD9-FEDEC207B3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546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9A4D-221E-46E2-BCD9-FEDEC207B3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721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9A4D-221E-46E2-BCD9-FEDEC207B3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958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E9A4D-221E-46E2-BCD9-FEDEC207B3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B8A9E-6BA7-4DB1-ADA6-E7F8537F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24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31">
            <a:extLst>
              <a:ext uri="{FF2B5EF4-FFF2-40B4-BE49-F238E27FC236}">
                <a16:creationId xmlns:a16="http://schemas.microsoft.com/office/drawing/2014/main" id="{C255EF76-777E-AA31-5D71-4AA0EF4D0A44}"/>
              </a:ext>
            </a:extLst>
          </p:cNvPr>
          <p:cNvSpPr/>
          <p:nvPr/>
        </p:nvSpPr>
        <p:spPr>
          <a:xfrm>
            <a:off x="321078" y="488880"/>
            <a:ext cx="11528699" cy="1279559"/>
          </a:xfrm>
          <a:prstGeom prst="rect">
            <a:avLst/>
          </a:prstGeom>
          <a:solidFill>
            <a:srgbClr val="FFFF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/>
          <a:lstStyle/>
          <a:p>
            <a:pPr>
              <a:defRPr/>
            </a:pPr>
            <a:endParaRPr lang="en-US" sz="1000" dirty="0">
              <a:solidFill>
                <a:srgbClr val="1E89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Rectangle 31">
            <a:extLst>
              <a:ext uri="{FF2B5EF4-FFF2-40B4-BE49-F238E27FC236}">
                <a16:creationId xmlns:a16="http://schemas.microsoft.com/office/drawing/2014/main" id="{44A9AC3D-B79E-0F43-BC22-6EB37E142298}"/>
              </a:ext>
            </a:extLst>
          </p:cNvPr>
          <p:cNvSpPr/>
          <p:nvPr/>
        </p:nvSpPr>
        <p:spPr>
          <a:xfrm>
            <a:off x="369436" y="5386632"/>
            <a:ext cx="2188814" cy="1428003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endParaRPr lang="en-US" sz="1000" dirty="0">
              <a:solidFill>
                <a:srgbClr val="5B9CD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Rectangle 31">
            <a:extLst>
              <a:ext uri="{FF2B5EF4-FFF2-40B4-BE49-F238E27FC236}">
                <a16:creationId xmlns:a16="http://schemas.microsoft.com/office/drawing/2014/main" id="{44A9AC3D-B79E-0F43-BC22-6EB37E142298}"/>
              </a:ext>
            </a:extLst>
          </p:cNvPr>
          <p:cNvSpPr/>
          <p:nvPr/>
        </p:nvSpPr>
        <p:spPr>
          <a:xfrm>
            <a:off x="2780460" y="5392589"/>
            <a:ext cx="4294193" cy="1428003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endParaRPr lang="en-US" sz="1000" dirty="0">
              <a:solidFill>
                <a:srgbClr val="5B9CD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2615383" y="658356"/>
            <a:ext cx="1785268" cy="734822"/>
            <a:chOff x="3025913" y="944350"/>
            <a:chExt cx="1862519" cy="73482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F8D908C-BBBA-419A-9CE3-E6ECDAB84CE8}"/>
                </a:ext>
              </a:extLst>
            </p:cNvPr>
            <p:cNvSpPr/>
            <p:nvPr/>
          </p:nvSpPr>
          <p:spPr>
            <a:xfrm>
              <a:off x="3025913" y="944350"/>
              <a:ext cx="1862519" cy="734822"/>
            </a:xfrm>
            <a:prstGeom prst="rect">
              <a:avLst/>
            </a:prstGeom>
            <a:solidFill>
              <a:schemeClr val="bg1">
                <a:lumMod val="95000"/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44083">
                <a:defRPr/>
              </a:pPr>
              <a:r>
                <a:rPr lang="en-US" altLang="ko-KR" sz="1000" b="1" u="sng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webtob1</a:t>
              </a:r>
              <a:endParaRPr lang="ko-KR" altLang="en-US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266FAA1-6510-4056-8D10-B04BC7BB2DEE}"/>
                </a:ext>
              </a:extLst>
            </p:cNvPr>
            <p:cNvSpPr/>
            <p:nvPr/>
          </p:nvSpPr>
          <p:spPr>
            <a:xfrm>
              <a:off x="3160824" y="1428136"/>
              <a:ext cx="1614883" cy="1721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Linux (CentOS7.9)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8985BBF-1D14-4766-810C-E0CF07386B94}"/>
                </a:ext>
              </a:extLst>
            </p:cNvPr>
            <p:cNvSpPr/>
            <p:nvPr/>
          </p:nvSpPr>
          <p:spPr>
            <a:xfrm>
              <a:off x="3174445" y="1209362"/>
              <a:ext cx="1614883" cy="1721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webtob</a:t>
              </a:r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 5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4864861" y="654697"/>
            <a:ext cx="1897417" cy="742139"/>
            <a:chOff x="4990327" y="944349"/>
            <a:chExt cx="1862519" cy="742139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7960BA0-82CA-4DB9-85AD-66085D44780B}"/>
                </a:ext>
              </a:extLst>
            </p:cNvPr>
            <p:cNvSpPr/>
            <p:nvPr/>
          </p:nvSpPr>
          <p:spPr>
            <a:xfrm>
              <a:off x="4990327" y="944349"/>
              <a:ext cx="1862519" cy="742139"/>
            </a:xfrm>
            <a:prstGeom prst="rect">
              <a:avLst/>
            </a:prstGeom>
            <a:solidFill>
              <a:schemeClr val="bg1">
                <a:lumMod val="95000"/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44083">
                <a:defRPr/>
              </a:pPr>
              <a:r>
                <a:rPr lang="en-US" altLang="ko-KR" sz="1000" b="1" u="sng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webtob2</a:t>
              </a:r>
              <a:endParaRPr lang="ko-KR" altLang="en-US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2185786-87BA-4538-B18E-D7CE811C158F}"/>
                </a:ext>
              </a:extLst>
            </p:cNvPr>
            <p:cNvSpPr/>
            <p:nvPr/>
          </p:nvSpPr>
          <p:spPr>
            <a:xfrm>
              <a:off x="5114145" y="1439099"/>
              <a:ext cx="1614883" cy="1721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Linux (CentOS7.9)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D52370B-929E-4E65-90F2-0CCAF3DE42B5}"/>
                </a:ext>
              </a:extLst>
            </p:cNvPr>
            <p:cNvSpPr/>
            <p:nvPr/>
          </p:nvSpPr>
          <p:spPr>
            <a:xfrm>
              <a:off x="5114145" y="1199682"/>
              <a:ext cx="1614883" cy="1721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webtob</a:t>
              </a:r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 5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1574D7F-E733-47DC-8C0C-770D0D791960}"/>
              </a:ext>
            </a:extLst>
          </p:cNvPr>
          <p:cNvSpPr/>
          <p:nvPr/>
        </p:nvSpPr>
        <p:spPr>
          <a:xfrm>
            <a:off x="3615426" y="66423"/>
            <a:ext cx="4393091" cy="2798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L4 Switch (Active-Standby) – Load Balancing(round robin)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E75EC43-7CB2-47A0-8FFD-A61C839FDB27}"/>
              </a:ext>
            </a:extLst>
          </p:cNvPr>
          <p:cNvSpPr/>
          <p:nvPr/>
        </p:nvSpPr>
        <p:spPr>
          <a:xfrm>
            <a:off x="4816990" y="4912178"/>
            <a:ext cx="2010637" cy="294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Backbone Switch (A-S)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6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4066082" y="5441601"/>
            <a:ext cx="1687324" cy="2308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150.149.53.10(SCAN IP)</a:t>
            </a:r>
            <a:endParaRPr lang="ko-KR" altLang="en-US" sz="9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BDB0259-206B-4BA7-BF30-20F5F5F19664}"/>
              </a:ext>
            </a:extLst>
          </p:cNvPr>
          <p:cNvSpPr/>
          <p:nvPr/>
        </p:nvSpPr>
        <p:spPr>
          <a:xfrm>
            <a:off x="2950450" y="5771176"/>
            <a:ext cx="1818752" cy="958426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44083">
              <a:defRPr/>
            </a:pPr>
            <a:r>
              <a:rPr lang="en-US" altLang="ko-KR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150.149.53.12 (REAL IP)</a:t>
            </a:r>
            <a:br>
              <a:rPr lang="en-US" altLang="ko-KR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150.149.53.14 (VIP)</a:t>
            </a:r>
            <a:endParaRPr lang="ko-KR" altLang="en-US" sz="1000" b="1" u="sng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436F24E-3DDA-471A-BCF8-895A378F18C4}"/>
              </a:ext>
            </a:extLst>
          </p:cNvPr>
          <p:cNvSpPr/>
          <p:nvPr/>
        </p:nvSpPr>
        <p:spPr>
          <a:xfrm>
            <a:off x="3048737" y="6424579"/>
            <a:ext cx="1594655" cy="213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Linux (CentOS7.9)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3D01792-074E-4782-B9CD-6453B2AC6EC8}"/>
              </a:ext>
            </a:extLst>
          </p:cNvPr>
          <p:cNvSpPr/>
          <p:nvPr/>
        </p:nvSpPr>
        <p:spPr>
          <a:xfrm>
            <a:off x="3048737" y="6154201"/>
            <a:ext cx="1594655" cy="21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Oracle (11.2.0.4.0) </a:t>
            </a:r>
            <a:endParaRPr lang="ko-KR" altLang="en-US" sz="100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33" name="연결선: 꺾임 65">
            <a:extLst>
              <a:ext uri="{FF2B5EF4-FFF2-40B4-BE49-F238E27FC236}">
                <a16:creationId xmlns:a16="http://schemas.microsoft.com/office/drawing/2014/main" id="{1EFE2F4E-88B3-4117-A03F-B7C03B945E94}"/>
              </a:ext>
            </a:extLst>
          </p:cNvPr>
          <p:cNvCxnSpPr>
            <a:cxnSpLocks/>
            <a:stCxn id="26" idx="1"/>
            <a:endCxn id="27" idx="0"/>
          </p:cNvCxnSpPr>
          <p:nvPr/>
        </p:nvCxnSpPr>
        <p:spPr>
          <a:xfrm rot="10800000" flipV="1">
            <a:off x="3859826" y="5557016"/>
            <a:ext cx="206256" cy="214159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7">
            <a:extLst>
              <a:ext uri="{FF2B5EF4-FFF2-40B4-BE49-F238E27FC236}">
                <a16:creationId xmlns:a16="http://schemas.microsoft.com/office/drawing/2014/main" id="{0A1EE1F7-8A80-4D65-90BD-667576FDB40D}"/>
              </a:ext>
            </a:extLst>
          </p:cNvPr>
          <p:cNvSpPr txBox="1"/>
          <p:nvPr/>
        </p:nvSpPr>
        <p:spPr>
          <a:xfrm>
            <a:off x="2766004" y="5393439"/>
            <a:ext cx="8595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/>
              <a:t>FONE DB</a:t>
            </a:r>
            <a:endParaRPr lang="ko-KR" altLang="en-US" sz="1200" b="1" dirty="0"/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12" idx="2"/>
            <a:endCxn id="97" idx="0"/>
          </p:cNvCxnSpPr>
          <p:nvPr/>
        </p:nvCxnSpPr>
        <p:spPr>
          <a:xfrm>
            <a:off x="5813570" y="1396836"/>
            <a:ext cx="6171" cy="541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5BDB0259-206B-4BA7-BF30-20F5F5F19664}"/>
              </a:ext>
            </a:extLst>
          </p:cNvPr>
          <p:cNvSpPr/>
          <p:nvPr/>
        </p:nvSpPr>
        <p:spPr>
          <a:xfrm>
            <a:off x="5035813" y="5771176"/>
            <a:ext cx="1859890" cy="956685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44083">
              <a:defRPr/>
            </a:pPr>
            <a:r>
              <a:rPr lang="en-US" altLang="ko-KR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150.149.53.13 (REAL IP)</a:t>
            </a:r>
          </a:p>
          <a:p>
            <a:pPr algn="ctr" defTabSz="844083">
              <a:defRPr/>
            </a:pPr>
            <a:r>
              <a:rPr lang="en-US" altLang="ko-KR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150.149.53.15 (VIP)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436F24E-3DDA-471A-BCF8-895A378F18C4}"/>
              </a:ext>
            </a:extLst>
          </p:cNvPr>
          <p:cNvSpPr/>
          <p:nvPr/>
        </p:nvSpPr>
        <p:spPr>
          <a:xfrm>
            <a:off x="5155884" y="6422839"/>
            <a:ext cx="1683849" cy="213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Linux (CentOS7.9)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3D01792-074E-4782-B9CD-6453B2AC6EC8}"/>
              </a:ext>
            </a:extLst>
          </p:cNvPr>
          <p:cNvSpPr/>
          <p:nvPr/>
        </p:nvSpPr>
        <p:spPr>
          <a:xfrm>
            <a:off x="5155884" y="6152461"/>
            <a:ext cx="1683849" cy="21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Oracle (11.2.0.4.0) </a:t>
            </a:r>
            <a:endParaRPr lang="ko-KR" altLang="en-US" sz="100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103" name="연결선: 꺾임 68">
            <a:extLst>
              <a:ext uri="{FF2B5EF4-FFF2-40B4-BE49-F238E27FC236}">
                <a16:creationId xmlns:a16="http://schemas.microsoft.com/office/drawing/2014/main" id="{971DF6B1-F43E-4155-8853-4528E5EFEAE6}"/>
              </a:ext>
            </a:extLst>
          </p:cNvPr>
          <p:cNvCxnSpPr>
            <a:cxnSpLocks/>
            <a:stCxn id="26" idx="3"/>
            <a:endCxn id="93" idx="0"/>
          </p:cNvCxnSpPr>
          <p:nvPr/>
        </p:nvCxnSpPr>
        <p:spPr>
          <a:xfrm>
            <a:off x="5753406" y="5557017"/>
            <a:ext cx="212352" cy="214159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97" idx="2"/>
            <a:endCxn id="23" idx="0"/>
          </p:cNvCxnSpPr>
          <p:nvPr/>
        </p:nvCxnSpPr>
        <p:spPr>
          <a:xfrm>
            <a:off x="5819741" y="4682347"/>
            <a:ext cx="2568" cy="2298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49" idx="2"/>
            <a:endCxn id="23" idx="0"/>
          </p:cNvCxnSpPr>
          <p:nvPr/>
        </p:nvCxnSpPr>
        <p:spPr>
          <a:xfrm>
            <a:off x="3508977" y="4679904"/>
            <a:ext cx="2313332" cy="2322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153" idx="2"/>
            <a:endCxn id="111" idx="0"/>
          </p:cNvCxnSpPr>
          <p:nvPr/>
        </p:nvCxnSpPr>
        <p:spPr>
          <a:xfrm>
            <a:off x="8153564" y="1382962"/>
            <a:ext cx="2886" cy="5587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9927057" y="41000"/>
            <a:ext cx="2162225" cy="41549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221.149.41.53 (Public IP)</a:t>
            </a:r>
          </a:p>
          <a:p>
            <a:pPr algn="ctr"/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150.149.20.50 (Private IP)</a:t>
            </a:r>
            <a:b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NAT (Network Address Translation)</a:t>
            </a:r>
            <a:endParaRPr lang="ko-KR" altLang="en-US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111" idx="2"/>
            <a:endCxn id="23" idx="0"/>
          </p:cNvCxnSpPr>
          <p:nvPr/>
        </p:nvCxnSpPr>
        <p:spPr>
          <a:xfrm flipH="1">
            <a:off x="5822309" y="4685886"/>
            <a:ext cx="2334141" cy="2262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5" name="그룹 144"/>
          <p:cNvGrpSpPr/>
          <p:nvPr/>
        </p:nvGrpSpPr>
        <p:grpSpPr>
          <a:xfrm>
            <a:off x="7204855" y="640823"/>
            <a:ext cx="1897417" cy="742139"/>
            <a:chOff x="4990327" y="944349"/>
            <a:chExt cx="1862519" cy="742139"/>
          </a:xfrm>
        </p:grpSpPr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17960BA0-82CA-4DB9-85AD-66085D44780B}"/>
                </a:ext>
              </a:extLst>
            </p:cNvPr>
            <p:cNvSpPr/>
            <p:nvPr/>
          </p:nvSpPr>
          <p:spPr>
            <a:xfrm>
              <a:off x="4990327" y="944349"/>
              <a:ext cx="1862519" cy="742139"/>
            </a:xfrm>
            <a:prstGeom prst="rect">
              <a:avLst/>
            </a:prstGeom>
            <a:solidFill>
              <a:schemeClr val="bg1">
                <a:lumMod val="95000"/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44083">
                <a:defRPr/>
              </a:pPr>
              <a:r>
                <a:rPr lang="en-US" altLang="ko-KR" sz="1000" b="1" u="sng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webtob3</a:t>
              </a:r>
              <a:endParaRPr lang="ko-KR" altLang="en-US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12185786-87BA-4538-B18E-D7CE811C158F}"/>
                </a:ext>
              </a:extLst>
            </p:cNvPr>
            <p:cNvSpPr/>
            <p:nvPr/>
          </p:nvSpPr>
          <p:spPr>
            <a:xfrm>
              <a:off x="5114145" y="1439099"/>
              <a:ext cx="1614883" cy="1721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Linux (CentOS7.9)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6D52370B-929E-4E65-90F2-0CCAF3DE42B5}"/>
                </a:ext>
              </a:extLst>
            </p:cNvPr>
            <p:cNvSpPr/>
            <p:nvPr/>
          </p:nvSpPr>
          <p:spPr>
            <a:xfrm>
              <a:off x="5114145" y="1199682"/>
              <a:ext cx="1614883" cy="1721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webtob</a:t>
              </a:r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 5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3508017" y="362404"/>
            <a:ext cx="2305225" cy="2959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5813242" y="362404"/>
            <a:ext cx="328" cy="2922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endCxn id="153" idx="0"/>
          </p:cNvCxnSpPr>
          <p:nvPr/>
        </p:nvCxnSpPr>
        <p:spPr>
          <a:xfrm>
            <a:off x="5813242" y="362404"/>
            <a:ext cx="2340322" cy="278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5" idx="2"/>
            <a:endCxn id="49" idx="0"/>
          </p:cNvCxnSpPr>
          <p:nvPr/>
        </p:nvCxnSpPr>
        <p:spPr>
          <a:xfrm>
            <a:off x="3508017" y="1393178"/>
            <a:ext cx="960" cy="5489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5" idx="2"/>
            <a:endCxn id="97" idx="0"/>
          </p:cNvCxnSpPr>
          <p:nvPr/>
        </p:nvCxnSpPr>
        <p:spPr>
          <a:xfrm>
            <a:off x="3508017" y="1393178"/>
            <a:ext cx="2311724" cy="544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5" idx="2"/>
            <a:endCxn id="111" idx="0"/>
          </p:cNvCxnSpPr>
          <p:nvPr/>
        </p:nvCxnSpPr>
        <p:spPr>
          <a:xfrm>
            <a:off x="3508017" y="1393178"/>
            <a:ext cx="4648433" cy="5484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12" idx="2"/>
            <a:endCxn id="49" idx="0"/>
          </p:cNvCxnSpPr>
          <p:nvPr/>
        </p:nvCxnSpPr>
        <p:spPr>
          <a:xfrm flipH="1">
            <a:off x="3508977" y="1396836"/>
            <a:ext cx="2304593" cy="545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12" idx="2"/>
            <a:endCxn id="111" idx="0"/>
          </p:cNvCxnSpPr>
          <p:nvPr/>
        </p:nvCxnSpPr>
        <p:spPr>
          <a:xfrm>
            <a:off x="5813570" y="1396836"/>
            <a:ext cx="2342880" cy="5448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153" idx="2"/>
            <a:endCxn id="49" idx="0"/>
          </p:cNvCxnSpPr>
          <p:nvPr/>
        </p:nvCxnSpPr>
        <p:spPr>
          <a:xfrm flipH="1">
            <a:off x="3508977" y="1382962"/>
            <a:ext cx="4644587" cy="5591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153" idx="2"/>
            <a:endCxn id="97" idx="0"/>
          </p:cNvCxnSpPr>
          <p:nvPr/>
        </p:nvCxnSpPr>
        <p:spPr>
          <a:xfrm flipH="1">
            <a:off x="5819741" y="1382962"/>
            <a:ext cx="2333823" cy="5551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" name="그룹 16"/>
          <p:cNvGrpSpPr/>
          <p:nvPr/>
        </p:nvGrpSpPr>
        <p:grpSpPr>
          <a:xfrm>
            <a:off x="2615383" y="1942111"/>
            <a:ext cx="1787188" cy="2737793"/>
            <a:chOff x="3007628" y="2045536"/>
            <a:chExt cx="1787188" cy="2737793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F8D908C-BBBA-419A-9CE3-E6ECDAB84CE8}"/>
                </a:ext>
              </a:extLst>
            </p:cNvPr>
            <p:cNvSpPr/>
            <p:nvPr/>
          </p:nvSpPr>
          <p:spPr>
            <a:xfrm>
              <a:off x="3007628" y="2045536"/>
              <a:ext cx="1787188" cy="2737793"/>
            </a:xfrm>
            <a:prstGeom prst="rect">
              <a:avLst/>
            </a:prstGeom>
            <a:solidFill>
              <a:schemeClr val="bg1">
                <a:lumMod val="95000"/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44083">
                <a:defRPr/>
              </a:pPr>
              <a:r>
                <a:rPr lang="en-US" altLang="ko-KR" sz="1000" b="1" u="sng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JEUS1</a:t>
              </a:r>
              <a:endParaRPr lang="ko-KR" altLang="en-US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A266FAA1-6510-4056-8D10-B04BC7BB2DEE}"/>
                </a:ext>
              </a:extLst>
            </p:cNvPr>
            <p:cNvSpPr/>
            <p:nvPr/>
          </p:nvSpPr>
          <p:spPr>
            <a:xfrm>
              <a:off x="3136943" y="4536214"/>
              <a:ext cx="1549567" cy="1877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Linux (CentOS7.9)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8EC422AE-33AC-4599-A1DC-9DC7034E80DF}"/>
                </a:ext>
              </a:extLst>
            </p:cNvPr>
            <p:cNvSpPr/>
            <p:nvPr/>
          </p:nvSpPr>
          <p:spPr>
            <a:xfrm>
              <a:off x="3137071" y="4313404"/>
              <a:ext cx="1549567" cy="1800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ctr"/>
              <a:r>
                <a:rPr lang="en-US" altLang="ko-KR" sz="1000" b="1" dirty="0" err="1">
                  <a:solidFill>
                    <a:schemeClr val="tx1"/>
                  </a:solidFill>
                </a:rPr>
                <a:t>Openjdk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 1.6.0_45</a:t>
              </a:r>
              <a:endPara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8847C5FC-6B5E-465C-B39B-5C29D04A46DF}"/>
                </a:ext>
              </a:extLst>
            </p:cNvPr>
            <p:cNvSpPr/>
            <p:nvPr/>
          </p:nvSpPr>
          <p:spPr>
            <a:xfrm>
              <a:off x="3136943" y="4091345"/>
              <a:ext cx="1549567" cy="1800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JEUS 7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6116" y="2732587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FONE_1_3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5278" y="2972585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FONE_1_4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7287" y="3204170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FONE_1_5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8382" y="3652494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AONE_1_2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8382" y="3873932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FONE_ADM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6114" y="3428668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AONE_1_1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6116" y="2278390"/>
              <a:ext cx="1549567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FONE_1_1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6114" y="2516460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FONE_1_2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96" name="그룹 95"/>
          <p:cNvGrpSpPr/>
          <p:nvPr/>
        </p:nvGrpSpPr>
        <p:grpSpPr>
          <a:xfrm>
            <a:off x="4926147" y="1938133"/>
            <a:ext cx="1787188" cy="2744214"/>
            <a:chOff x="3007628" y="2045536"/>
            <a:chExt cx="1787188" cy="2737793"/>
          </a:xfrm>
        </p:grpSpPr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FF8D908C-BBBA-419A-9CE3-E6ECDAB84CE8}"/>
                </a:ext>
              </a:extLst>
            </p:cNvPr>
            <p:cNvSpPr/>
            <p:nvPr/>
          </p:nvSpPr>
          <p:spPr>
            <a:xfrm>
              <a:off x="3007628" y="2045536"/>
              <a:ext cx="1787188" cy="2737793"/>
            </a:xfrm>
            <a:prstGeom prst="rect">
              <a:avLst/>
            </a:prstGeom>
            <a:solidFill>
              <a:schemeClr val="bg1">
                <a:lumMod val="95000"/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44083">
                <a:defRPr/>
              </a:pPr>
              <a:r>
                <a:rPr lang="en-US" altLang="ko-KR" sz="1000" b="1" u="sng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JEUS2</a:t>
              </a:r>
              <a:endParaRPr lang="ko-KR" altLang="en-US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A266FAA1-6510-4056-8D10-B04BC7BB2DEE}"/>
                </a:ext>
              </a:extLst>
            </p:cNvPr>
            <p:cNvSpPr/>
            <p:nvPr/>
          </p:nvSpPr>
          <p:spPr>
            <a:xfrm>
              <a:off x="3136943" y="4536214"/>
              <a:ext cx="1549567" cy="1877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Linux (CentOS7.9)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8EC422AE-33AC-4599-A1DC-9DC7034E80DF}"/>
                </a:ext>
              </a:extLst>
            </p:cNvPr>
            <p:cNvSpPr/>
            <p:nvPr/>
          </p:nvSpPr>
          <p:spPr>
            <a:xfrm>
              <a:off x="3137071" y="4313404"/>
              <a:ext cx="1549567" cy="1800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ctr"/>
              <a:r>
                <a:rPr lang="en-US" altLang="ko-KR" sz="1000" b="1" dirty="0" err="1">
                  <a:solidFill>
                    <a:schemeClr val="tx1"/>
                  </a:solidFill>
                </a:rPr>
                <a:t>Openjdk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 1.6.0_45</a:t>
              </a:r>
              <a:endPara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8847C5FC-6B5E-465C-B39B-5C29D04A46DF}"/>
                </a:ext>
              </a:extLst>
            </p:cNvPr>
            <p:cNvSpPr/>
            <p:nvPr/>
          </p:nvSpPr>
          <p:spPr>
            <a:xfrm>
              <a:off x="3136943" y="4091345"/>
              <a:ext cx="1549567" cy="1800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JEUS 7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6114" y="2730011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FONE_2_3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6114" y="2973539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FONE_2_4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5653" y="3207690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FONE_2_5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8382" y="3647013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AONE_2_2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8382" y="3873894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F/AONE_REXPERT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6795" y="3423162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AONE_2_1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6115" y="2282830"/>
              <a:ext cx="1549567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FONE_2_1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6114" y="2513380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FONE_2_2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7262856" y="1941672"/>
            <a:ext cx="1787188" cy="2744214"/>
            <a:chOff x="3007628" y="2045536"/>
            <a:chExt cx="1787188" cy="2737793"/>
          </a:xfrm>
        </p:grpSpPr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FF8D908C-BBBA-419A-9CE3-E6ECDAB84CE8}"/>
                </a:ext>
              </a:extLst>
            </p:cNvPr>
            <p:cNvSpPr/>
            <p:nvPr/>
          </p:nvSpPr>
          <p:spPr>
            <a:xfrm>
              <a:off x="3007628" y="2045536"/>
              <a:ext cx="1787188" cy="2737793"/>
            </a:xfrm>
            <a:prstGeom prst="rect">
              <a:avLst/>
            </a:prstGeom>
            <a:solidFill>
              <a:schemeClr val="bg1">
                <a:lumMod val="95000"/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44083">
                <a:defRPr/>
              </a:pPr>
              <a:r>
                <a:rPr lang="en-US" altLang="ko-KR" sz="1000" b="1" u="sng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JEUS3</a:t>
              </a:r>
              <a:endParaRPr lang="ko-KR" altLang="en-US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A266FAA1-6510-4056-8D10-B04BC7BB2DEE}"/>
                </a:ext>
              </a:extLst>
            </p:cNvPr>
            <p:cNvSpPr/>
            <p:nvPr/>
          </p:nvSpPr>
          <p:spPr>
            <a:xfrm>
              <a:off x="3136943" y="4536214"/>
              <a:ext cx="1549567" cy="1877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Linux (CentOS7.9)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8EC422AE-33AC-4599-A1DC-9DC7034E80DF}"/>
                </a:ext>
              </a:extLst>
            </p:cNvPr>
            <p:cNvSpPr/>
            <p:nvPr/>
          </p:nvSpPr>
          <p:spPr>
            <a:xfrm>
              <a:off x="3137071" y="4313404"/>
              <a:ext cx="1549567" cy="1800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ctr"/>
              <a:r>
                <a:rPr lang="en-US" altLang="ko-KR" sz="1000" b="1" dirty="0" err="1">
                  <a:solidFill>
                    <a:schemeClr val="tx1"/>
                  </a:solidFill>
                </a:rPr>
                <a:t>Openjdk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 1.6.0_45</a:t>
              </a:r>
              <a:endPara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8847C5FC-6B5E-465C-B39B-5C29D04A46DF}"/>
                </a:ext>
              </a:extLst>
            </p:cNvPr>
            <p:cNvSpPr/>
            <p:nvPr/>
          </p:nvSpPr>
          <p:spPr>
            <a:xfrm>
              <a:off x="3136943" y="4091345"/>
              <a:ext cx="1549567" cy="1800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JEUS 7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6114" y="2728511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FONE_3_3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6114" y="2967873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FONE_3_4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6114" y="3209188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FONE_3_5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8382" y="3647013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AONE_3_2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8382" y="3873894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AONE_ADM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6114" y="3428592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AONE_3_1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6116" y="2283833"/>
              <a:ext cx="1549567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FONE_3_1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3136114" y="2512063"/>
              <a:ext cx="1549568" cy="1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FONE_3_2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71" name="직사각형 70"/>
          <p:cNvSpPr/>
          <p:nvPr/>
        </p:nvSpPr>
        <p:spPr>
          <a:xfrm>
            <a:off x="2439686" y="3085053"/>
            <a:ext cx="6803570" cy="215665"/>
          </a:xfrm>
          <a:prstGeom prst="rect">
            <a:avLst/>
          </a:prstGeom>
          <a:noFill/>
          <a:ln w="12700" cmpd="sng">
            <a:solidFill>
              <a:schemeClr val="accent6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1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9243261" y="3082793"/>
            <a:ext cx="812271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Mobile-App</a:t>
            </a:r>
            <a:endParaRPr lang="ko-KR" altLang="en-US" sz="8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43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9243260" y="2851628"/>
            <a:ext cx="812271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S-ONE</a:t>
            </a:r>
            <a:endParaRPr lang="ko-KR" altLang="en-US" sz="8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44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9243259" y="2495970"/>
            <a:ext cx="812271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F/T-POS</a:t>
            </a:r>
            <a:endParaRPr lang="ko-KR" altLang="en-US" sz="8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47" name="직사각형 146"/>
          <p:cNvSpPr/>
          <p:nvPr/>
        </p:nvSpPr>
        <p:spPr>
          <a:xfrm>
            <a:off x="2439689" y="2849036"/>
            <a:ext cx="6803570" cy="215665"/>
          </a:xfrm>
          <a:prstGeom prst="rect">
            <a:avLst/>
          </a:prstGeom>
          <a:noFill/>
          <a:ln w="12700" cmpd="sng">
            <a:solidFill>
              <a:srgbClr val="00206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직사각형 147"/>
          <p:cNvSpPr/>
          <p:nvPr/>
        </p:nvSpPr>
        <p:spPr>
          <a:xfrm>
            <a:off x="2439690" y="2387958"/>
            <a:ext cx="6803570" cy="440726"/>
          </a:xfrm>
          <a:prstGeom prst="rect">
            <a:avLst/>
          </a:prstGeom>
          <a:noFill/>
          <a:ln w="127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직사각형 148"/>
          <p:cNvSpPr/>
          <p:nvPr/>
        </p:nvSpPr>
        <p:spPr>
          <a:xfrm>
            <a:off x="2433339" y="3523081"/>
            <a:ext cx="6803570" cy="224881"/>
          </a:xfrm>
          <a:prstGeom prst="rect">
            <a:avLst/>
          </a:prstGeom>
          <a:noFill/>
          <a:ln w="12700" cmpd="sng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9243259" y="3523081"/>
            <a:ext cx="812271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A-POS</a:t>
            </a:r>
            <a:endParaRPr lang="ko-KR" altLang="en-US" sz="8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accent2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27" name="TextBox 7">
            <a:extLst>
              <a:ext uri="{FF2B5EF4-FFF2-40B4-BE49-F238E27FC236}">
                <a16:creationId xmlns:a16="http://schemas.microsoft.com/office/drawing/2014/main" id="{0A1EE1F7-8A80-4D65-90BD-667576FDB40D}"/>
              </a:ext>
            </a:extLst>
          </p:cNvPr>
          <p:cNvSpPr txBox="1"/>
          <p:nvPr/>
        </p:nvSpPr>
        <p:spPr>
          <a:xfrm>
            <a:off x="373316" y="5367737"/>
            <a:ext cx="885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/>
              <a:t>AONE DB</a:t>
            </a:r>
            <a:endParaRPr lang="ko-KR" altLang="en-US" sz="1200" b="1" dirty="0"/>
          </a:p>
        </p:txBody>
      </p:sp>
      <p:cxnSp>
        <p:nvCxnSpPr>
          <p:cNvPr id="128" name="연결선: 꺾임 65">
            <a:extLst>
              <a:ext uri="{FF2B5EF4-FFF2-40B4-BE49-F238E27FC236}">
                <a16:creationId xmlns:a16="http://schemas.microsoft.com/office/drawing/2014/main" id="{1EFE2F4E-88B3-4117-A03F-B7C03B945E94}"/>
              </a:ext>
            </a:extLst>
          </p:cNvPr>
          <p:cNvCxnSpPr>
            <a:cxnSpLocks/>
            <a:stCxn id="23" idx="2"/>
            <a:endCxn id="134" idx="0"/>
          </p:cNvCxnSpPr>
          <p:nvPr/>
        </p:nvCxnSpPr>
        <p:spPr>
          <a:xfrm rot="5400000">
            <a:off x="3552924" y="3117247"/>
            <a:ext cx="180304" cy="435846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5BDB0259-206B-4BA7-BF30-20F5F5F19664}"/>
              </a:ext>
            </a:extLst>
          </p:cNvPr>
          <p:cNvSpPr/>
          <p:nvPr/>
        </p:nvSpPr>
        <p:spPr>
          <a:xfrm>
            <a:off x="609209" y="5771176"/>
            <a:ext cx="1729721" cy="958426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44083">
              <a:defRPr/>
            </a:pPr>
            <a:r>
              <a:rPr lang="en-US" altLang="ko-KR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150.149.53.3 (REAL IP)</a:t>
            </a:r>
            <a:br>
              <a:rPr lang="en-US" altLang="ko-KR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150.149.53.4 (VIP)</a:t>
            </a:r>
            <a:endParaRPr lang="ko-KR" altLang="en-US" sz="1000" b="1" u="sng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6436F24E-3DDA-471A-BCF8-895A378F18C4}"/>
              </a:ext>
            </a:extLst>
          </p:cNvPr>
          <p:cNvSpPr/>
          <p:nvPr/>
        </p:nvSpPr>
        <p:spPr>
          <a:xfrm>
            <a:off x="707497" y="6424579"/>
            <a:ext cx="1516595" cy="213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Linux (CentOS7.9)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D3D01792-074E-4782-B9CD-6453B2AC6EC8}"/>
              </a:ext>
            </a:extLst>
          </p:cNvPr>
          <p:cNvSpPr/>
          <p:nvPr/>
        </p:nvSpPr>
        <p:spPr>
          <a:xfrm>
            <a:off x="707497" y="6154201"/>
            <a:ext cx="1516595" cy="21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Oracle (11.2.0.4.0) </a:t>
            </a:r>
            <a:endParaRPr lang="ko-KR" altLang="en-US" sz="100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2" name="Rectangle 31">
            <a:extLst>
              <a:ext uri="{FF2B5EF4-FFF2-40B4-BE49-F238E27FC236}">
                <a16:creationId xmlns:a16="http://schemas.microsoft.com/office/drawing/2014/main" id="{C255EF76-777E-AA31-5D71-4AA0EF4D0A44}"/>
              </a:ext>
            </a:extLst>
          </p:cNvPr>
          <p:cNvSpPr/>
          <p:nvPr/>
        </p:nvSpPr>
        <p:spPr>
          <a:xfrm>
            <a:off x="369435" y="1855920"/>
            <a:ext cx="11480343" cy="2862148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/>
          <a:lstStyle/>
          <a:p>
            <a:pPr>
              <a:defRPr/>
            </a:pPr>
            <a:endParaRPr lang="en-US" sz="1000" dirty="0">
              <a:solidFill>
                <a:srgbClr val="1E89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Rectangle 31">
            <a:extLst>
              <a:ext uri="{FF2B5EF4-FFF2-40B4-BE49-F238E27FC236}">
                <a16:creationId xmlns:a16="http://schemas.microsoft.com/office/drawing/2014/main" id="{44A9AC3D-B79E-0F43-BC22-6EB37E142298}"/>
              </a:ext>
            </a:extLst>
          </p:cNvPr>
          <p:cNvSpPr/>
          <p:nvPr/>
        </p:nvSpPr>
        <p:spPr>
          <a:xfrm>
            <a:off x="7291226" y="5386617"/>
            <a:ext cx="2188814" cy="1428003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endParaRPr lang="en-US" sz="1000" dirty="0">
              <a:solidFill>
                <a:srgbClr val="5B9CD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TextBox 7">
            <a:extLst>
              <a:ext uri="{FF2B5EF4-FFF2-40B4-BE49-F238E27FC236}">
                <a16:creationId xmlns:a16="http://schemas.microsoft.com/office/drawing/2014/main" id="{0A1EE1F7-8A80-4D65-90BD-667576FDB40D}"/>
              </a:ext>
            </a:extLst>
          </p:cNvPr>
          <p:cNvSpPr txBox="1"/>
          <p:nvPr/>
        </p:nvSpPr>
        <p:spPr>
          <a:xfrm>
            <a:off x="7295106" y="5367722"/>
            <a:ext cx="8066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/>
              <a:t>EDW DB</a:t>
            </a:r>
            <a:endParaRPr lang="ko-KR" altLang="en-US" sz="1200" b="1" dirty="0"/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5BDB0259-206B-4BA7-BF30-20F5F5F19664}"/>
              </a:ext>
            </a:extLst>
          </p:cNvPr>
          <p:cNvSpPr/>
          <p:nvPr/>
        </p:nvSpPr>
        <p:spPr>
          <a:xfrm>
            <a:off x="7530999" y="5762848"/>
            <a:ext cx="1729721" cy="958426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44083">
              <a:defRPr/>
            </a:pPr>
            <a:r>
              <a:rPr lang="en-US" altLang="ko-KR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150.149.53.2 (REAL IP)</a:t>
            </a:r>
            <a:br>
              <a:rPr lang="en-US" altLang="ko-KR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150.149.53.1 (VIP)</a:t>
            </a:r>
            <a:endParaRPr lang="ko-KR" altLang="en-US" sz="1000" b="1" u="sng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6436F24E-3DDA-471A-BCF8-895A378F18C4}"/>
              </a:ext>
            </a:extLst>
          </p:cNvPr>
          <p:cNvSpPr/>
          <p:nvPr/>
        </p:nvSpPr>
        <p:spPr>
          <a:xfrm>
            <a:off x="7629287" y="6416251"/>
            <a:ext cx="1516595" cy="213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Linux (CentOS7.9)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D3D01792-074E-4782-B9CD-6453B2AC6EC8}"/>
              </a:ext>
            </a:extLst>
          </p:cNvPr>
          <p:cNvSpPr/>
          <p:nvPr/>
        </p:nvSpPr>
        <p:spPr>
          <a:xfrm>
            <a:off x="7629287" y="6145873"/>
            <a:ext cx="1516595" cy="21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Oracle (11.2.0.4.0) </a:t>
            </a:r>
            <a:endParaRPr lang="ko-KR" altLang="en-US" sz="100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66" name="Rectangle 31">
            <a:extLst>
              <a:ext uri="{FF2B5EF4-FFF2-40B4-BE49-F238E27FC236}">
                <a16:creationId xmlns:a16="http://schemas.microsoft.com/office/drawing/2014/main" id="{44A9AC3D-B79E-0F43-BC22-6EB37E142298}"/>
              </a:ext>
            </a:extLst>
          </p:cNvPr>
          <p:cNvSpPr/>
          <p:nvPr/>
        </p:nvSpPr>
        <p:spPr>
          <a:xfrm>
            <a:off x="9660965" y="5386617"/>
            <a:ext cx="2188814" cy="1428003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endParaRPr lang="en-US" sz="1000" dirty="0">
              <a:solidFill>
                <a:srgbClr val="5B9CD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TextBox 7">
            <a:extLst>
              <a:ext uri="{FF2B5EF4-FFF2-40B4-BE49-F238E27FC236}">
                <a16:creationId xmlns:a16="http://schemas.microsoft.com/office/drawing/2014/main" id="{0A1EE1F7-8A80-4D65-90BD-667576FDB40D}"/>
              </a:ext>
            </a:extLst>
          </p:cNvPr>
          <p:cNvSpPr txBox="1"/>
          <p:nvPr/>
        </p:nvSpPr>
        <p:spPr>
          <a:xfrm>
            <a:off x="9664845" y="5367722"/>
            <a:ext cx="8066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/>
              <a:t>ESP2 DB</a:t>
            </a:r>
            <a:endParaRPr lang="ko-KR" altLang="en-US" sz="1200" b="1" dirty="0"/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5BDB0259-206B-4BA7-BF30-20F5F5F19664}"/>
              </a:ext>
            </a:extLst>
          </p:cNvPr>
          <p:cNvSpPr/>
          <p:nvPr/>
        </p:nvSpPr>
        <p:spPr>
          <a:xfrm>
            <a:off x="9900738" y="5762848"/>
            <a:ext cx="1729721" cy="958426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44083">
              <a:defRPr/>
            </a:pPr>
            <a:r>
              <a:rPr lang="en-US" altLang="ko-KR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150.149.30.10 (REAL IP)</a:t>
            </a:r>
            <a:endParaRPr lang="ko-KR" altLang="en-US" sz="1000" b="1" u="sng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6436F24E-3DDA-471A-BCF8-895A378F18C4}"/>
              </a:ext>
            </a:extLst>
          </p:cNvPr>
          <p:cNvSpPr/>
          <p:nvPr/>
        </p:nvSpPr>
        <p:spPr>
          <a:xfrm>
            <a:off x="9999026" y="6416251"/>
            <a:ext cx="1516595" cy="213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Window 2008R2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D3D01792-074E-4782-B9CD-6453B2AC6EC8}"/>
              </a:ext>
            </a:extLst>
          </p:cNvPr>
          <p:cNvSpPr/>
          <p:nvPr/>
        </p:nvSpPr>
        <p:spPr>
          <a:xfrm>
            <a:off x="9999026" y="6145873"/>
            <a:ext cx="1516595" cy="21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MSSQL 2005</a:t>
            </a:r>
            <a:endParaRPr lang="ko-KR" altLang="en-US" sz="100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173" name="연결선: 꺾임 65">
            <a:extLst>
              <a:ext uri="{FF2B5EF4-FFF2-40B4-BE49-F238E27FC236}">
                <a16:creationId xmlns:a16="http://schemas.microsoft.com/office/drawing/2014/main" id="{1EFE2F4E-88B3-4117-A03F-B7C03B945E94}"/>
              </a:ext>
            </a:extLst>
          </p:cNvPr>
          <p:cNvCxnSpPr>
            <a:cxnSpLocks/>
            <a:stCxn id="23" idx="2"/>
            <a:endCxn id="133" idx="0"/>
          </p:cNvCxnSpPr>
          <p:nvPr/>
        </p:nvCxnSpPr>
        <p:spPr>
          <a:xfrm rot="5400000">
            <a:off x="5281803" y="4852082"/>
            <a:ext cx="186261" cy="89475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연결선: 꺾임 65">
            <a:extLst>
              <a:ext uri="{FF2B5EF4-FFF2-40B4-BE49-F238E27FC236}">
                <a16:creationId xmlns:a16="http://schemas.microsoft.com/office/drawing/2014/main" id="{1EFE2F4E-88B3-4117-A03F-B7C03B945E94}"/>
              </a:ext>
            </a:extLst>
          </p:cNvPr>
          <p:cNvCxnSpPr>
            <a:cxnSpLocks/>
            <a:stCxn id="23" idx="2"/>
            <a:endCxn id="146" idx="0"/>
          </p:cNvCxnSpPr>
          <p:nvPr/>
        </p:nvCxnSpPr>
        <p:spPr>
          <a:xfrm rot="16200000" flipH="1">
            <a:off x="7013827" y="4014810"/>
            <a:ext cx="180289" cy="256332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" name="연결선: 꺾임 65">
            <a:extLst>
              <a:ext uri="{FF2B5EF4-FFF2-40B4-BE49-F238E27FC236}">
                <a16:creationId xmlns:a16="http://schemas.microsoft.com/office/drawing/2014/main" id="{1EFE2F4E-88B3-4117-A03F-B7C03B945E94}"/>
              </a:ext>
            </a:extLst>
          </p:cNvPr>
          <p:cNvCxnSpPr>
            <a:cxnSpLocks/>
            <a:stCxn id="23" idx="2"/>
            <a:endCxn id="166" idx="0"/>
          </p:cNvCxnSpPr>
          <p:nvPr/>
        </p:nvCxnSpPr>
        <p:spPr>
          <a:xfrm rot="16200000" flipH="1">
            <a:off x="8198696" y="2829940"/>
            <a:ext cx="180289" cy="493306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6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369435" y="1854667"/>
            <a:ext cx="1526322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100" b="1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Jeus</a:t>
            </a:r>
            <a:r>
              <a:rPr lang="en-US" altLang="ko-KR" sz="11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Cluster</a:t>
            </a:r>
            <a:endParaRPr lang="ko-KR" altLang="en-US" sz="11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77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436856" y="630217"/>
            <a:ext cx="2045384" cy="10618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g_5101 – f-one, </a:t>
            </a:r>
            <a:r>
              <a:rPr lang="en-US" altLang="ko-KR" sz="700" b="1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mis</a:t>
            </a:r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, yes, </a:t>
            </a:r>
            <a:r>
              <a:rPr lang="en-US" altLang="ko-KR" sz="700" b="1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bp</a:t>
            </a:r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    </a:t>
            </a:r>
          </a:p>
          <a:p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g_5102 – f-</a:t>
            </a:r>
            <a:r>
              <a:rPr lang="en-US" altLang="ko-KR" sz="700" b="1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pos</a:t>
            </a:r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, f-app    </a:t>
            </a:r>
          </a:p>
          <a:p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g_5103 – t-</a:t>
            </a:r>
            <a:r>
              <a:rPr lang="en-US" altLang="ko-KR" sz="700" b="1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pos</a:t>
            </a:r>
            <a:endParaRPr lang="en-US" altLang="ko-KR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  <a:p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g_5104 – </a:t>
            </a:r>
            <a:r>
              <a:rPr lang="en-US" altLang="ko-KR" sz="700" b="1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soc</a:t>
            </a:r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, esp2, image</a:t>
            </a:r>
          </a:p>
          <a:p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g_5105 – </a:t>
            </a:r>
            <a:r>
              <a:rPr lang="en-US" altLang="ko-KR" sz="700" b="1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pdndm</a:t>
            </a:r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en-US" altLang="ko-KR" sz="700" b="1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ssm</a:t>
            </a:r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en-US" altLang="ko-KR" sz="700" b="1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vfbc</a:t>
            </a:r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en-US" altLang="ko-KR" sz="700" b="1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wmps</a:t>
            </a:r>
            <a:endParaRPr lang="en-US" altLang="ko-KR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  <a:p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g_6101 – a-one     </a:t>
            </a:r>
          </a:p>
          <a:p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g_6102 – a-</a:t>
            </a:r>
            <a:r>
              <a:rPr lang="en-US" altLang="ko-KR" sz="700" b="1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pos</a:t>
            </a:r>
            <a:endParaRPr lang="en-US" altLang="ko-KR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  <a:p>
            <a:r>
              <a:rPr lang="en-US" altLang="ko-KR" sz="700" b="1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g_rex_ssts</a:t>
            </a:r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 </a:t>
            </a:r>
          </a:p>
          <a:p>
            <a:r>
              <a:rPr lang="en-US" altLang="ko-KR" sz="700" b="1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g_rex_ation</a:t>
            </a:r>
            <a:endParaRPr lang="ko-KR" altLang="en-US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79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1663715" y="2131447"/>
            <a:ext cx="1283361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C_F-ONE</a:t>
            </a:r>
          </a:p>
        </p:txBody>
      </p:sp>
      <p:sp>
        <p:nvSpPr>
          <p:cNvPr id="181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287714" y="421619"/>
            <a:ext cx="1959474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100" b="1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Webtob</a:t>
            </a:r>
            <a:r>
              <a:rPr lang="en-US" altLang="ko-KR" sz="11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Group</a:t>
            </a:r>
            <a:r>
              <a:rPr lang="ko-KR" altLang="en-US" sz="11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도메인</a:t>
            </a:r>
          </a:p>
        </p:txBody>
      </p:sp>
      <p:sp>
        <p:nvSpPr>
          <p:cNvPr id="182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1311024" y="3080432"/>
            <a:ext cx="1283361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C_MOBILE-APP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83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1684045" y="2388210"/>
            <a:ext cx="1283361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C_F-POS</a:t>
            </a:r>
          </a:p>
        </p:txBody>
      </p:sp>
      <p:sp>
        <p:nvSpPr>
          <p:cNvPr id="184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1684044" y="2627374"/>
            <a:ext cx="1283361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C_T-POS</a:t>
            </a:r>
          </a:p>
        </p:txBody>
      </p:sp>
      <p:sp>
        <p:nvSpPr>
          <p:cNvPr id="185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1677944" y="2853894"/>
            <a:ext cx="1283361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C_S-ONE</a:t>
            </a:r>
          </a:p>
        </p:txBody>
      </p:sp>
      <p:sp>
        <p:nvSpPr>
          <p:cNvPr id="186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1659673" y="3290748"/>
            <a:ext cx="1283361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C_A-ONE</a:t>
            </a:r>
          </a:p>
        </p:txBody>
      </p:sp>
      <p:sp>
        <p:nvSpPr>
          <p:cNvPr id="187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1684043" y="3507692"/>
            <a:ext cx="1283361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C_A-POS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88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8153563" y="1557582"/>
            <a:ext cx="425172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9900</a:t>
            </a:r>
            <a:endParaRPr lang="ko-KR" altLang="en-US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89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6013863" y="5474704"/>
            <a:ext cx="425172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1521</a:t>
            </a:r>
            <a:endParaRPr lang="ko-KR" altLang="en-US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91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8035597" y="5426198"/>
            <a:ext cx="425172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1521</a:t>
            </a:r>
            <a:endParaRPr lang="ko-KR" altLang="en-US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92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1212017" y="5456988"/>
            <a:ext cx="425172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1522</a:t>
            </a:r>
            <a:endParaRPr lang="ko-KR" altLang="en-US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93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10395653" y="5415641"/>
            <a:ext cx="425172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1433</a:t>
            </a:r>
            <a:endParaRPr lang="ko-KR" altLang="en-US" sz="7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7E9916-BB93-5A8D-FD37-5C12BF5A2B28}"/>
              </a:ext>
            </a:extLst>
          </p:cNvPr>
          <p:cNvSpPr txBox="1"/>
          <p:nvPr/>
        </p:nvSpPr>
        <p:spPr>
          <a:xfrm>
            <a:off x="9161768" y="4500801"/>
            <a:ext cx="27985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 err="1"/>
              <a:t>Datasource</a:t>
            </a:r>
            <a:r>
              <a:rPr lang="en-US" altLang="ko-KR" sz="700" dirty="0"/>
              <a:t> -&gt; </a:t>
            </a:r>
            <a:r>
              <a:rPr lang="ko-KR" altLang="en-US" sz="700" dirty="0" err="1"/>
              <a:t>어떤거</a:t>
            </a:r>
            <a:r>
              <a:rPr lang="ko-KR" altLang="en-US" sz="700" dirty="0"/>
              <a:t> 어떻게 쓰는지 확인 필요</a:t>
            </a:r>
            <a:endParaRPr lang="en-US" altLang="ko-KR" sz="700" dirty="0"/>
          </a:p>
          <a:p>
            <a:r>
              <a:rPr lang="en-US" altLang="ko-KR" sz="700" dirty="0" err="1"/>
              <a:t>optimadb</a:t>
            </a:r>
            <a:r>
              <a:rPr lang="en-US" altLang="ko-KR" sz="700" dirty="0"/>
              <a:t> : 150.149.53.10 / ss10dev / min 50 / max 50</a:t>
            </a:r>
          </a:p>
          <a:p>
            <a:r>
              <a:rPr lang="en-US" altLang="ko-KR" sz="700" dirty="0" err="1"/>
              <a:t>txOptima</a:t>
            </a:r>
            <a:r>
              <a:rPr lang="en-US" altLang="ko-KR" sz="700" dirty="0"/>
              <a:t> : 150.149.53.10 / ss10dev / min 30 / max 80</a:t>
            </a:r>
          </a:p>
          <a:p>
            <a:r>
              <a:rPr lang="en-US" altLang="ko-KR" sz="700" dirty="0" err="1"/>
              <a:t>txOptimaLink</a:t>
            </a:r>
            <a:r>
              <a:rPr lang="en-US" altLang="ko-KR" sz="700" dirty="0"/>
              <a:t> : 150.149.53.10 / ss10dev / min 30 / max 80</a:t>
            </a:r>
          </a:p>
          <a:p>
            <a:r>
              <a:rPr lang="en-US" altLang="ko-KR" sz="700" dirty="0" err="1"/>
              <a:t>txOptimaLog</a:t>
            </a:r>
            <a:r>
              <a:rPr lang="en-US" altLang="ko-KR" sz="700" dirty="0"/>
              <a:t> : 150.149.53.10 / ss10dev / min 10 / max 10</a:t>
            </a:r>
          </a:p>
          <a:p>
            <a:r>
              <a:rPr lang="en-US" altLang="ko-KR" sz="700" dirty="0" err="1"/>
              <a:t>txOptimaNonXa</a:t>
            </a:r>
            <a:r>
              <a:rPr lang="en-US" altLang="ko-KR" sz="700" dirty="0"/>
              <a:t> : 150.149.53.10 / ss10dev / min 10 / max 10</a:t>
            </a:r>
          </a:p>
        </p:txBody>
      </p:sp>
    </p:spTree>
    <p:extLst>
      <p:ext uri="{BB962C8B-B14F-4D97-AF65-F5344CB8AC3E}">
        <p14:creationId xmlns:p14="http://schemas.microsoft.com/office/powerpoint/2010/main" val="2319190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/>
          <p:cNvGrpSpPr/>
          <p:nvPr/>
        </p:nvGrpSpPr>
        <p:grpSpPr>
          <a:xfrm>
            <a:off x="5396767" y="741322"/>
            <a:ext cx="1785268" cy="734822"/>
            <a:chOff x="3025913" y="944350"/>
            <a:chExt cx="1862519" cy="73482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F8D908C-BBBA-419A-9CE3-E6ECDAB84CE8}"/>
                </a:ext>
              </a:extLst>
            </p:cNvPr>
            <p:cNvSpPr/>
            <p:nvPr/>
          </p:nvSpPr>
          <p:spPr>
            <a:xfrm>
              <a:off x="3025913" y="944350"/>
              <a:ext cx="1862519" cy="734822"/>
            </a:xfrm>
            <a:prstGeom prst="rect">
              <a:avLst/>
            </a:prstGeom>
            <a:solidFill>
              <a:schemeClr val="bg1">
                <a:lumMod val="95000"/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44083">
                <a:defRPr/>
              </a:pPr>
              <a:r>
                <a:rPr lang="en-US" altLang="ko-KR" sz="1000" b="1" u="sng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wmswb01p</a:t>
              </a:r>
              <a:endParaRPr lang="ko-KR" altLang="en-US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266FAA1-6510-4056-8D10-B04BC7BB2DEE}"/>
                </a:ext>
              </a:extLst>
            </p:cNvPr>
            <p:cNvSpPr/>
            <p:nvPr/>
          </p:nvSpPr>
          <p:spPr>
            <a:xfrm>
              <a:off x="3149731" y="1438769"/>
              <a:ext cx="1614883" cy="1721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Linux (Rocky Linux8.6)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8985BBF-1D14-4766-810C-E0CF07386B94}"/>
                </a:ext>
              </a:extLst>
            </p:cNvPr>
            <p:cNvSpPr/>
            <p:nvPr/>
          </p:nvSpPr>
          <p:spPr>
            <a:xfrm>
              <a:off x="3174445" y="1198729"/>
              <a:ext cx="1614883" cy="1721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webtob</a:t>
              </a:r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 5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7385895" y="741321"/>
            <a:ext cx="1785268" cy="742139"/>
            <a:chOff x="4990327" y="944349"/>
            <a:chExt cx="1862519" cy="742139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7960BA0-82CA-4DB9-85AD-66085D44780B}"/>
                </a:ext>
              </a:extLst>
            </p:cNvPr>
            <p:cNvSpPr/>
            <p:nvPr/>
          </p:nvSpPr>
          <p:spPr>
            <a:xfrm>
              <a:off x="4990327" y="944349"/>
              <a:ext cx="1862519" cy="742139"/>
            </a:xfrm>
            <a:prstGeom prst="rect">
              <a:avLst/>
            </a:prstGeom>
            <a:solidFill>
              <a:schemeClr val="bg1">
                <a:lumMod val="95000"/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44083">
                <a:defRPr/>
              </a:pPr>
              <a:r>
                <a:rPr lang="en-US" altLang="ko-KR" sz="1000" b="1" u="sng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wmswb02p</a:t>
              </a:r>
              <a:endParaRPr lang="ko-KR" altLang="en-US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2185786-87BA-4538-B18E-D7CE811C158F}"/>
                </a:ext>
              </a:extLst>
            </p:cNvPr>
            <p:cNvSpPr/>
            <p:nvPr/>
          </p:nvSpPr>
          <p:spPr>
            <a:xfrm>
              <a:off x="5114145" y="1439099"/>
              <a:ext cx="1614883" cy="1721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Linux (Rocky Linux 8.6)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D52370B-929E-4E65-90F2-0CCAF3DE42B5}"/>
                </a:ext>
              </a:extLst>
            </p:cNvPr>
            <p:cNvSpPr/>
            <p:nvPr/>
          </p:nvSpPr>
          <p:spPr>
            <a:xfrm>
              <a:off x="5114145" y="1199682"/>
              <a:ext cx="1614883" cy="1721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webtob</a:t>
              </a:r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 5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1574D7F-E733-47DC-8C0C-770D0D791960}"/>
              </a:ext>
            </a:extLst>
          </p:cNvPr>
          <p:cNvSpPr/>
          <p:nvPr/>
        </p:nvSpPr>
        <p:spPr>
          <a:xfrm>
            <a:off x="5048524" y="32778"/>
            <a:ext cx="4393091" cy="2798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L4 Switch (Active-Standby) wms.ssts.co.kr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289401" y="1476144"/>
            <a:ext cx="1004783" cy="4203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7294184" y="1483460"/>
            <a:ext cx="984345" cy="4130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연결선: 꺾임 26">
            <a:extLst>
              <a:ext uri="{FF2B5EF4-FFF2-40B4-BE49-F238E27FC236}">
                <a16:creationId xmlns:a16="http://schemas.microsoft.com/office/drawing/2014/main" id="{6B3378FC-1ACE-423E-9974-8F42F8014288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7294184" y="312617"/>
            <a:ext cx="984345" cy="428704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연결선: 꺾임 25">
            <a:extLst>
              <a:ext uri="{FF2B5EF4-FFF2-40B4-BE49-F238E27FC236}">
                <a16:creationId xmlns:a16="http://schemas.microsoft.com/office/drawing/2014/main" id="{8F5F128C-8A9C-4936-A8CF-D0FA87BB2AE2}"/>
              </a:ext>
            </a:extLst>
          </p:cNvPr>
          <p:cNvCxnSpPr>
            <a:endCxn id="5" idx="0"/>
          </p:cNvCxnSpPr>
          <p:nvPr/>
        </p:nvCxnSpPr>
        <p:spPr>
          <a:xfrm rot="10800000" flipV="1">
            <a:off x="6289401" y="312616"/>
            <a:ext cx="1004786" cy="428705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E75EC43-7CB2-47A0-8FFD-A61C839FDB27}"/>
              </a:ext>
            </a:extLst>
          </p:cNvPr>
          <p:cNvSpPr/>
          <p:nvPr/>
        </p:nvSpPr>
        <p:spPr>
          <a:xfrm>
            <a:off x="6167003" y="1922811"/>
            <a:ext cx="2010637" cy="294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Backbone Switch (A-S)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6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8003213" y="5455170"/>
            <a:ext cx="1168737" cy="2308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172.20.42.8(VIP)</a:t>
            </a:r>
            <a:endParaRPr lang="ko-KR" altLang="en-US" sz="9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BDB0259-206B-4BA7-BF30-20F5F5F19664}"/>
              </a:ext>
            </a:extLst>
          </p:cNvPr>
          <p:cNvSpPr/>
          <p:nvPr/>
        </p:nvSpPr>
        <p:spPr>
          <a:xfrm>
            <a:off x="6340300" y="5882818"/>
            <a:ext cx="2232419" cy="849485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44083">
              <a:defRPr/>
            </a:pPr>
            <a:r>
              <a:rPr lang="en-US" altLang="ko-KR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172.20.42.10 (GWM DB Write #1)</a:t>
            </a:r>
            <a:endParaRPr lang="ko-KR" altLang="en-US" sz="1000" b="1" u="sng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436F24E-3DDA-471A-BCF8-895A378F18C4}"/>
              </a:ext>
            </a:extLst>
          </p:cNvPr>
          <p:cNvSpPr/>
          <p:nvPr/>
        </p:nvSpPr>
        <p:spPr>
          <a:xfrm>
            <a:off x="6438588" y="6427281"/>
            <a:ext cx="1957353" cy="213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Linux (Amazon </a:t>
            </a:r>
            <a:r>
              <a:rPr lang="en-US" altLang="ko-KR" sz="100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linux</a:t>
            </a:r>
            <a: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2)</a:t>
            </a:r>
            <a:endParaRPr lang="ko-KR" altLang="en-US" sz="100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3D01792-074E-4782-B9CD-6453B2AC6EC8}"/>
              </a:ext>
            </a:extLst>
          </p:cNvPr>
          <p:cNvSpPr/>
          <p:nvPr/>
        </p:nvSpPr>
        <p:spPr>
          <a:xfrm>
            <a:off x="6438588" y="6156903"/>
            <a:ext cx="1957353" cy="21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PostgreDB</a:t>
            </a:r>
            <a: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(14.6) </a:t>
            </a:r>
            <a:endParaRPr lang="ko-KR" altLang="en-US" sz="100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33" name="연결선: 꺾임 65">
            <a:extLst>
              <a:ext uri="{FF2B5EF4-FFF2-40B4-BE49-F238E27FC236}">
                <a16:creationId xmlns:a16="http://schemas.microsoft.com/office/drawing/2014/main" id="{1EFE2F4E-88B3-4117-A03F-B7C03B945E94}"/>
              </a:ext>
            </a:extLst>
          </p:cNvPr>
          <p:cNvCxnSpPr>
            <a:cxnSpLocks/>
            <a:stCxn id="26" idx="1"/>
            <a:endCxn id="27" idx="0"/>
          </p:cNvCxnSpPr>
          <p:nvPr/>
        </p:nvCxnSpPr>
        <p:spPr>
          <a:xfrm rot="10800000" flipV="1">
            <a:off x="7456511" y="5570586"/>
            <a:ext cx="546703" cy="312232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7">
            <a:extLst>
              <a:ext uri="{FF2B5EF4-FFF2-40B4-BE49-F238E27FC236}">
                <a16:creationId xmlns:a16="http://schemas.microsoft.com/office/drawing/2014/main" id="{0A1EE1F7-8A80-4D65-90BD-667576FDB40D}"/>
              </a:ext>
            </a:extLst>
          </p:cNvPr>
          <p:cNvSpPr txBox="1"/>
          <p:nvPr/>
        </p:nvSpPr>
        <p:spPr>
          <a:xfrm>
            <a:off x="6355147" y="5621572"/>
            <a:ext cx="6110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>
                <a:solidFill>
                  <a:srgbClr val="FF0000"/>
                </a:solidFill>
              </a:rPr>
              <a:t>active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38" name="TextBox 69">
            <a:extLst>
              <a:ext uri="{FF2B5EF4-FFF2-40B4-BE49-F238E27FC236}">
                <a16:creationId xmlns:a16="http://schemas.microsoft.com/office/drawing/2014/main" id="{64291DED-8D7C-4D43-89C2-35F5678F06F9}"/>
              </a:ext>
            </a:extLst>
          </p:cNvPr>
          <p:cNvSpPr txBox="1"/>
          <p:nvPr/>
        </p:nvSpPr>
        <p:spPr>
          <a:xfrm>
            <a:off x="8772275" y="5614760"/>
            <a:ext cx="563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>
                <a:solidFill>
                  <a:srgbClr val="FF0000"/>
                </a:solidFill>
              </a:rPr>
              <a:t>active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5C5D764-68E7-4E19-A1B5-06927126998F}"/>
              </a:ext>
            </a:extLst>
          </p:cNvPr>
          <p:cNvSpPr/>
          <p:nvPr/>
        </p:nvSpPr>
        <p:spPr>
          <a:xfrm>
            <a:off x="3887954" y="5862798"/>
            <a:ext cx="1684717" cy="85094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44083">
              <a:defRPr/>
            </a:pPr>
            <a:r>
              <a:rPr lang="en-US" altLang="ko-KR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150.149.53.9 (WMS DB)</a:t>
            </a:r>
            <a:endParaRPr lang="ko-KR" altLang="en-US" sz="1000" b="1" u="sng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6D3B6FE-03C2-4E00-A89A-38B92AA69C5C}"/>
              </a:ext>
            </a:extLst>
          </p:cNvPr>
          <p:cNvSpPr/>
          <p:nvPr/>
        </p:nvSpPr>
        <p:spPr>
          <a:xfrm>
            <a:off x="3960435" y="6448205"/>
            <a:ext cx="1492840" cy="2132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Linux (CentOS 7.9)</a:t>
            </a:r>
            <a:endParaRPr lang="ko-KR" altLang="en-US" sz="90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26D1D68-31AE-4603-9A4F-FC2F20C65B35}"/>
              </a:ext>
            </a:extLst>
          </p:cNvPr>
          <p:cNvSpPr/>
          <p:nvPr/>
        </p:nvSpPr>
        <p:spPr>
          <a:xfrm>
            <a:off x="3960434" y="6177827"/>
            <a:ext cx="1492841" cy="21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Oracle (11.2.0.4.0) </a:t>
            </a:r>
            <a:endParaRPr lang="ko-KR" altLang="en-US" sz="100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5" name="TextBox 7">
            <a:extLst>
              <a:ext uri="{FF2B5EF4-FFF2-40B4-BE49-F238E27FC236}">
                <a16:creationId xmlns:a16="http://schemas.microsoft.com/office/drawing/2014/main" id="{0A1EE1F7-8A80-4D65-90BD-667576FDB40D}"/>
              </a:ext>
            </a:extLst>
          </p:cNvPr>
          <p:cNvSpPr txBox="1"/>
          <p:nvPr/>
        </p:nvSpPr>
        <p:spPr>
          <a:xfrm>
            <a:off x="3843659" y="5582325"/>
            <a:ext cx="563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>
                <a:solidFill>
                  <a:srgbClr val="FF0000"/>
                </a:solidFill>
              </a:rPr>
              <a:t>active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46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107805" y="5208565"/>
            <a:ext cx="1645433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JNDI : WMS_WM</a:t>
            </a:r>
          </a:p>
          <a:p>
            <a:pPr algn="ctr"/>
            <a:r>
              <a:rPr lang="en-US" altLang="ko-KR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VCCNT/VCCNT_WM</a:t>
            </a:r>
            <a:endParaRPr lang="ko-KR" altLang="en-US" sz="9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7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9039326" y="5023899"/>
            <a:ext cx="1635115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JNDI : GWM</a:t>
            </a:r>
          </a:p>
          <a:p>
            <a:pPr algn="ctr"/>
            <a:r>
              <a:rPr lang="en-US" altLang="ko-KR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SS_APP/PRD_SSTS</a:t>
            </a:r>
            <a:endParaRPr lang="ko-KR" altLang="en-US" sz="9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23" idx="2"/>
            <a:endCxn id="56" idx="0"/>
          </p:cNvCxnSpPr>
          <p:nvPr/>
        </p:nvCxnSpPr>
        <p:spPr>
          <a:xfrm flipH="1">
            <a:off x="7078079" y="2216961"/>
            <a:ext cx="94243" cy="3568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23" idx="2"/>
            <a:endCxn id="49" idx="0"/>
          </p:cNvCxnSpPr>
          <p:nvPr/>
        </p:nvCxnSpPr>
        <p:spPr>
          <a:xfrm flipH="1">
            <a:off x="5101775" y="2216961"/>
            <a:ext cx="2070547" cy="3406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49" idx="2"/>
            <a:endCxn id="40" idx="0"/>
          </p:cNvCxnSpPr>
          <p:nvPr/>
        </p:nvCxnSpPr>
        <p:spPr>
          <a:xfrm flipH="1">
            <a:off x="4730313" y="4487705"/>
            <a:ext cx="371462" cy="13750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56" idx="2"/>
            <a:endCxn id="40" idx="0"/>
          </p:cNvCxnSpPr>
          <p:nvPr/>
        </p:nvCxnSpPr>
        <p:spPr>
          <a:xfrm flipH="1">
            <a:off x="4730313" y="4499824"/>
            <a:ext cx="2347766" cy="13629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5BDB0259-206B-4BA7-BF30-20F5F5F19664}"/>
              </a:ext>
            </a:extLst>
          </p:cNvPr>
          <p:cNvSpPr/>
          <p:nvPr/>
        </p:nvSpPr>
        <p:spPr>
          <a:xfrm>
            <a:off x="8765230" y="5881078"/>
            <a:ext cx="2161988" cy="849485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44083">
              <a:defRPr/>
            </a:pPr>
            <a:r>
              <a:rPr lang="en-US" altLang="ko-KR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172.20.42.10 (GWM DB Read #1)</a:t>
            </a:r>
            <a:endParaRPr lang="ko-KR" altLang="en-US" sz="1000" b="1" u="sng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436F24E-3DDA-471A-BCF8-895A378F18C4}"/>
              </a:ext>
            </a:extLst>
          </p:cNvPr>
          <p:cNvSpPr/>
          <p:nvPr/>
        </p:nvSpPr>
        <p:spPr>
          <a:xfrm>
            <a:off x="8885301" y="6425541"/>
            <a:ext cx="1957353" cy="213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Linux (Amazon </a:t>
            </a:r>
            <a:r>
              <a:rPr lang="en-US" altLang="ko-KR" sz="100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linux</a:t>
            </a:r>
            <a: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2)</a:t>
            </a:r>
            <a:endParaRPr lang="ko-KR" altLang="en-US" sz="100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3D01792-074E-4782-B9CD-6453B2AC6EC8}"/>
              </a:ext>
            </a:extLst>
          </p:cNvPr>
          <p:cNvSpPr/>
          <p:nvPr/>
        </p:nvSpPr>
        <p:spPr>
          <a:xfrm>
            <a:off x="8885301" y="6155163"/>
            <a:ext cx="1957353" cy="21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PostgreDB</a:t>
            </a:r>
            <a: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(14.6) </a:t>
            </a:r>
            <a:endParaRPr lang="ko-KR" altLang="en-US" sz="100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103" name="연결선: 꺾임 68">
            <a:extLst>
              <a:ext uri="{FF2B5EF4-FFF2-40B4-BE49-F238E27FC236}">
                <a16:creationId xmlns:a16="http://schemas.microsoft.com/office/drawing/2014/main" id="{971DF6B1-F43E-4155-8853-4528E5EFEAE6}"/>
              </a:ext>
            </a:extLst>
          </p:cNvPr>
          <p:cNvCxnSpPr>
            <a:cxnSpLocks/>
            <a:stCxn id="26" idx="3"/>
            <a:endCxn id="93" idx="0"/>
          </p:cNvCxnSpPr>
          <p:nvPr/>
        </p:nvCxnSpPr>
        <p:spPr>
          <a:xfrm>
            <a:off x="9171950" y="5570586"/>
            <a:ext cx="674274" cy="310492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56" idx="2"/>
            <a:endCxn id="26" idx="0"/>
          </p:cNvCxnSpPr>
          <p:nvPr/>
        </p:nvCxnSpPr>
        <p:spPr>
          <a:xfrm>
            <a:off x="7078079" y="4499824"/>
            <a:ext cx="1509503" cy="9553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49" idx="2"/>
            <a:endCxn id="26" idx="0"/>
          </p:cNvCxnSpPr>
          <p:nvPr/>
        </p:nvCxnSpPr>
        <p:spPr>
          <a:xfrm>
            <a:off x="5101775" y="4487705"/>
            <a:ext cx="3485807" cy="9674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107805" y="5651192"/>
            <a:ext cx="163821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JNDI : WMS_IF</a:t>
            </a:r>
          </a:p>
          <a:p>
            <a:pPr algn="ctr"/>
            <a:r>
              <a:rPr lang="en-US" altLang="ko-KR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VCCNT/VCCNT_IF</a:t>
            </a:r>
            <a:endParaRPr lang="ko-KR" altLang="en-US" sz="9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26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107805" y="6093819"/>
            <a:ext cx="163821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JNDI : WMS_OM</a:t>
            </a:r>
          </a:p>
          <a:p>
            <a:pPr algn="ctr"/>
            <a:r>
              <a:rPr lang="en-US" altLang="ko-KR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VCCNT/VCCNT_OM</a:t>
            </a:r>
            <a:endParaRPr lang="ko-KR" altLang="en-US" sz="9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31" name="그룹 30"/>
          <p:cNvGrpSpPr/>
          <p:nvPr/>
        </p:nvGrpSpPr>
        <p:grpSpPr>
          <a:xfrm>
            <a:off x="4319904" y="2557659"/>
            <a:ext cx="1563741" cy="1930046"/>
            <a:chOff x="2004421" y="2656356"/>
            <a:chExt cx="1862519" cy="2157580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87F90044-B777-4887-A183-D6329B1F2279}"/>
                </a:ext>
              </a:extLst>
            </p:cNvPr>
            <p:cNvGrpSpPr/>
            <p:nvPr/>
          </p:nvGrpSpPr>
          <p:grpSpPr>
            <a:xfrm>
              <a:off x="2004421" y="2656356"/>
              <a:ext cx="1862519" cy="2157580"/>
              <a:chOff x="1688022" y="2743114"/>
              <a:chExt cx="1880409" cy="2070426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FF8D908C-BBBA-419A-9CE3-E6ECDAB84CE8}"/>
                  </a:ext>
                </a:extLst>
              </p:cNvPr>
              <p:cNvSpPr/>
              <p:nvPr/>
            </p:nvSpPr>
            <p:spPr>
              <a:xfrm>
                <a:off x="1688022" y="2743114"/>
                <a:ext cx="1880409" cy="2070426"/>
              </a:xfrm>
              <a:prstGeom prst="rect">
                <a:avLst/>
              </a:prstGeom>
              <a:solidFill>
                <a:schemeClr val="bg1">
                  <a:lumMod val="95000"/>
                  <a:alpha val="3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844083">
                  <a:defRPr/>
                </a:pPr>
                <a:r>
                  <a:rPr lang="en-US" altLang="ko-KR" sz="1000" b="1" u="sng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wmsws01p</a:t>
                </a:r>
                <a:endParaRPr lang="ko-KR" altLang="en-US" sz="1000" b="1" u="sng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A266FAA1-6510-4056-8D10-B04BC7BB2DEE}"/>
                  </a:ext>
                </a:extLst>
              </p:cNvPr>
              <p:cNvSpPr/>
              <p:nvPr/>
            </p:nvSpPr>
            <p:spPr>
              <a:xfrm>
                <a:off x="1813029" y="4487228"/>
                <a:ext cx="1630394" cy="23141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900" b="1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Linux (Rocky Linux8.6)</a:t>
                </a:r>
                <a:endParaRPr lang="ko-KR" altLang="en-US" sz="9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8EC422AE-33AC-4599-A1DC-9DC7034E80DF}"/>
                  </a:ext>
                </a:extLst>
              </p:cNvPr>
              <p:cNvSpPr/>
              <p:nvPr/>
            </p:nvSpPr>
            <p:spPr>
              <a:xfrm>
                <a:off x="1813029" y="4197980"/>
                <a:ext cx="1630394" cy="23141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ctr"/>
                <a:r>
                  <a:rPr lang="en-US" altLang="ko-KR" sz="1000" b="1" dirty="0" err="1">
                    <a:solidFill>
                      <a:schemeClr val="tx1"/>
                    </a:solidFill>
                  </a:rPr>
                  <a:t>Openjdk</a:t>
                </a:r>
                <a:r>
                  <a:rPr lang="en-US" altLang="ko-KR" sz="1000" b="1" dirty="0">
                    <a:solidFill>
                      <a:schemeClr val="tx1"/>
                    </a:solidFill>
                  </a:rPr>
                  <a:t> 1.8.0_402</a:t>
                </a:r>
                <a:endParaRPr lang="en-US" altLang="ko-KR" sz="1000" b="1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8847C5FC-6B5E-465C-B39B-5C29D04A46DF}"/>
                  </a:ext>
                </a:extLst>
              </p:cNvPr>
              <p:cNvSpPr/>
              <p:nvPr/>
            </p:nvSpPr>
            <p:spPr>
              <a:xfrm>
                <a:off x="1813029" y="3908733"/>
                <a:ext cx="1630394" cy="23141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000" b="1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JEUS 8</a:t>
                </a:r>
                <a:endParaRPr lang="ko-KR" altLang="en-US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1DB1EF6F-181C-49B7-81BE-F8EBA310CE5F}"/>
                  </a:ext>
                </a:extLst>
              </p:cNvPr>
              <p:cNvSpPr/>
              <p:nvPr/>
            </p:nvSpPr>
            <p:spPr>
              <a:xfrm>
                <a:off x="1813031" y="3027213"/>
                <a:ext cx="1630394" cy="23141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000" b="1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Prod_svr1</a:t>
                </a:r>
                <a:endParaRPr lang="ko-KR" altLang="en-US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2128239" y="3247842"/>
              <a:ext cx="1614883" cy="24115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Prod_svr1_2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6296208" y="2573800"/>
            <a:ext cx="1563742" cy="1926024"/>
            <a:chOff x="3968837" y="2656356"/>
            <a:chExt cx="1862520" cy="2153084"/>
          </a:xfrm>
        </p:grpSpPr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17A35374-C952-4F8C-8440-639011B04813}"/>
                </a:ext>
              </a:extLst>
            </p:cNvPr>
            <p:cNvGrpSpPr/>
            <p:nvPr/>
          </p:nvGrpSpPr>
          <p:grpSpPr>
            <a:xfrm>
              <a:off x="3968837" y="2656356"/>
              <a:ext cx="1862520" cy="2153084"/>
              <a:chOff x="3817579" y="2743114"/>
              <a:chExt cx="1880410" cy="2070426"/>
            </a:xfrm>
          </p:grpSpPr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17960BA0-82CA-4DB9-85AD-66085D44780B}"/>
                  </a:ext>
                </a:extLst>
              </p:cNvPr>
              <p:cNvSpPr/>
              <p:nvPr/>
            </p:nvSpPr>
            <p:spPr>
              <a:xfrm>
                <a:off x="3817579" y="2743114"/>
                <a:ext cx="1880410" cy="2070426"/>
              </a:xfrm>
              <a:prstGeom prst="rect">
                <a:avLst/>
              </a:prstGeom>
              <a:solidFill>
                <a:schemeClr val="bg1">
                  <a:lumMod val="95000"/>
                  <a:alpha val="3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844083">
                  <a:defRPr/>
                </a:pPr>
                <a:r>
                  <a:rPr lang="en-US" altLang="ko-KR" sz="1000" b="1" u="sng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맑은 고딕" panose="020B0503020000020004" pitchFamily="50" charset="-127"/>
                    <a:cs typeface="Arial" panose="020B0604020202020204" pitchFamily="34" charset="0"/>
                  </a:rPr>
                  <a:t>wmsws02p</a:t>
                </a:r>
                <a:endParaRPr lang="ko-KR" altLang="en-US" sz="1000" b="1" u="sng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12185786-87BA-4538-B18E-D7CE811C158F}"/>
                  </a:ext>
                </a:extLst>
              </p:cNvPr>
              <p:cNvSpPr/>
              <p:nvPr/>
            </p:nvSpPr>
            <p:spPr>
              <a:xfrm>
                <a:off x="3942584" y="4487228"/>
                <a:ext cx="1630394" cy="23141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900" b="1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Linux (Rocky Linux 8.6)</a:t>
                </a:r>
                <a:endParaRPr lang="ko-KR" altLang="en-US" sz="9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6AE544B1-3810-4DC3-A790-BDFD9C4FA34A}"/>
                  </a:ext>
                </a:extLst>
              </p:cNvPr>
              <p:cNvSpPr/>
              <p:nvPr/>
            </p:nvSpPr>
            <p:spPr>
              <a:xfrm>
                <a:off x="3942584" y="4197980"/>
                <a:ext cx="1630394" cy="23141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ctr"/>
                <a:r>
                  <a:rPr lang="en-US" altLang="ko-KR" sz="1000" b="1" dirty="0" err="1">
                    <a:solidFill>
                      <a:schemeClr val="tx1"/>
                    </a:solidFill>
                  </a:rPr>
                  <a:t>Openjdk</a:t>
                </a:r>
                <a:r>
                  <a:rPr lang="en-US" altLang="ko-KR" sz="1000" b="1" dirty="0">
                    <a:solidFill>
                      <a:schemeClr val="tx1"/>
                    </a:solidFill>
                  </a:rPr>
                  <a:t> 1.8.0_402</a:t>
                </a:r>
                <a:endParaRPr lang="en-US" altLang="ko-KR" sz="1000" b="1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80017611-E750-464E-B9AC-7310B92BF2A7}"/>
                  </a:ext>
                </a:extLst>
              </p:cNvPr>
              <p:cNvSpPr/>
              <p:nvPr/>
            </p:nvSpPr>
            <p:spPr>
              <a:xfrm>
                <a:off x="3942584" y="3908733"/>
                <a:ext cx="1630394" cy="23141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000" b="1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JEUS 8</a:t>
                </a:r>
                <a:endParaRPr lang="ko-KR" altLang="en-US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30F4891B-C582-4638-9A54-9AAD8DB831DE}"/>
                  </a:ext>
                </a:extLst>
              </p:cNvPr>
              <p:cNvSpPr/>
              <p:nvPr/>
            </p:nvSpPr>
            <p:spPr>
              <a:xfrm>
                <a:off x="3942584" y="3313553"/>
                <a:ext cx="1630394" cy="23141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000" b="1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Prod_svr2_2</a:t>
                </a:r>
                <a:endParaRPr lang="ko-KR" altLang="en-US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30F4891B-C582-4638-9A54-9AAD8DB831DE}"/>
                </a:ext>
              </a:extLst>
            </p:cNvPr>
            <p:cNvSpPr/>
            <p:nvPr/>
          </p:nvSpPr>
          <p:spPr>
            <a:xfrm>
              <a:off x="4092653" y="2960770"/>
              <a:ext cx="1614883" cy="24065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Prod_svr2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17A35374-C952-4F8C-8440-639011B04813}"/>
              </a:ext>
            </a:extLst>
          </p:cNvPr>
          <p:cNvGrpSpPr/>
          <p:nvPr/>
        </p:nvGrpSpPr>
        <p:grpSpPr>
          <a:xfrm>
            <a:off x="8148813" y="2565586"/>
            <a:ext cx="1563741" cy="1926024"/>
            <a:chOff x="3817577" y="2743114"/>
            <a:chExt cx="1880409" cy="2070426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17960BA0-82CA-4DB9-85AD-66085D44780B}"/>
                </a:ext>
              </a:extLst>
            </p:cNvPr>
            <p:cNvSpPr/>
            <p:nvPr/>
          </p:nvSpPr>
          <p:spPr>
            <a:xfrm>
              <a:off x="3817577" y="2743114"/>
              <a:ext cx="1880409" cy="2070426"/>
            </a:xfrm>
            <a:prstGeom prst="rect">
              <a:avLst/>
            </a:prstGeom>
            <a:solidFill>
              <a:schemeClr val="bg1">
                <a:lumMod val="95000"/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44083">
                <a:defRPr/>
              </a:pPr>
              <a:r>
                <a:rPr lang="en-US" altLang="ko-KR" sz="1000" b="1" u="sng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wmsbt01p</a:t>
              </a:r>
              <a:endParaRPr lang="ko-KR" altLang="en-US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12185786-87BA-4538-B18E-D7CE811C158F}"/>
                </a:ext>
              </a:extLst>
            </p:cNvPr>
            <p:cNvSpPr/>
            <p:nvPr/>
          </p:nvSpPr>
          <p:spPr>
            <a:xfrm>
              <a:off x="3942584" y="4487228"/>
              <a:ext cx="1630394" cy="2314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Linux (Rocky Linux 8.6)</a:t>
              </a:r>
              <a:endParaRPr lang="ko-KR" altLang="en-US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6AE544B1-3810-4DC3-A790-BDFD9C4FA34A}"/>
                </a:ext>
              </a:extLst>
            </p:cNvPr>
            <p:cNvSpPr/>
            <p:nvPr/>
          </p:nvSpPr>
          <p:spPr>
            <a:xfrm>
              <a:off x="3942584" y="4197980"/>
              <a:ext cx="1630394" cy="2314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ctr"/>
              <a:r>
                <a:rPr lang="en-US" altLang="ko-KR" sz="1000" b="1" dirty="0" err="1">
                  <a:solidFill>
                    <a:schemeClr val="tx1"/>
                  </a:solidFill>
                </a:rPr>
                <a:t>Openjdk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 1.8.0_402</a:t>
              </a:r>
              <a:endPara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80017611-E750-464E-B9AC-7310B92BF2A7}"/>
                </a:ext>
              </a:extLst>
            </p:cNvPr>
            <p:cNvSpPr/>
            <p:nvPr/>
          </p:nvSpPr>
          <p:spPr>
            <a:xfrm>
              <a:off x="3942584" y="3908733"/>
              <a:ext cx="1630394" cy="2314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JEUS 8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30F4891B-C582-4638-9A54-9AAD8DB831DE}"/>
                </a:ext>
              </a:extLst>
            </p:cNvPr>
            <p:cNvSpPr/>
            <p:nvPr/>
          </p:nvSpPr>
          <p:spPr>
            <a:xfrm>
              <a:off x="3942583" y="3030974"/>
              <a:ext cx="1630394" cy="23141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wms</a:t>
              </a:r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-batch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23" idx="2"/>
            <a:endCxn id="65" idx="0"/>
          </p:cNvCxnSpPr>
          <p:nvPr/>
        </p:nvCxnSpPr>
        <p:spPr>
          <a:xfrm>
            <a:off x="7172322" y="2216961"/>
            <a:ext cx="1758362" cy="348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TextBox 39">
            <a:extLst>
              <a:ext uri="{FF2B5EF4-FFF2-40B4-BE49-F238E27FC236}">
                <a16:creationId xmlns:a16="http://schemas.microsoft.com/office/drawing/2014/main" id="{67C08744-6ABE-40E8-8630-E8C9EA9A7845}"/>
              </a:ext>
            </a:extLst>
          </p:cNvPr>
          <p:cNvSpPr txBox="1"/>
          <p:nvPr/>
        </p:nvSpPr>
        <p:spPr>
          <a:xfrm>
            <a:off x="107805" y="4774916"/>
            <a:ext cx="1645433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JNDI : WMS_ADM</a:t>
            </a:r>
          </a:p>
          <a:p>
            <a:pPr algn="ctr"/>
            <a:r>
              <a:rPr lang="en-US" altLang="ko-KR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VCCNT/VCCNT_ADM</a:t>
            </a:r>
            <a:endParaRPr lang="ko-KR" altLang="en-US" sz="9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87F90044-B777-4887-A183-D6329B1F2279}"/>
              </a:ext>
            </a:extLst>
          </p:cNvPr>
          <p:cNvGrpSpPr/>
          <p:nvPr/>
        </p:nvGrpSpPr>
        <p:grpSpPr>
          <a:xfrm>
            <a:off x="2380750" y="2503070"/>
            <a:ext cx="1551299" cy="1930046"/>
            <a:chOff x="1688022" y="2743114"/>
            <a:chExt cx="1880409" cy="2070426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FF8D908C-BBBA-419A-9CE3-E6ECDAB84CE8}"/>
                </a:ext>
              </a:extLst>
            </p:cNvPr>
            <p:cNvSpPr/>
            <p:nvPr/>
          </p:nvSpPr>
          <p:spPr>
            <a:xfrm>
              <a:off x="1688022" y="2743114"/>
              <a:ext cx="1880409" cy="2070426"/>
            </a:xfrm>
            <a:prstGeom prst="rect">
              <a:avLst/>
            </a:prstGeom>
            <a:solidFill>
              <a:schemeClr val="bg1">
                <a:lumMod val="95000"/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44083">
                <a:defRPr/>
              </a:pPr>
              <a:r>
                <a:rPr lang="en-US" altLang="ko-KR" sz="1000" b="1" u="sng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Ozrpt_02p</a:t>
              </a:r>
              <a:endParaRPr lang="ko-KR" altLang="en-US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A266FAA1-6510-4056-8D10-B04BC7BB2DEE}"/>
                </a:ext>
              </a:extLst>
            </p:cNvPr>
            <p:cNvSpPr/>
            <p:nvPr/>
          </p:nvSpPr>
          <p:spPr>
            <a:xfrm>
              <a:off x="1813029" y="4487228"/>
              <a:ext cx="1630394" cy="2314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Linux (Rocky Linux8.6)</a:t>
              </a:r>
              <a:endParaRPr lang="ko-KR" altLang="en-US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8847C5FC-6B5E-465C-B39B-5C29D04A46DF}"/>
                </a:ext>
              </a:extLst>
            </p:cNvPr>
            <p:cNvSpPr/>
            <p:nvPr/>
          </p:nvSpPr>
          <p:spPr>
            <a:xfrm>
              <a:off x="1813029" y="3908733"/>
              <a:ext cx="1630394" cy="2314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JEUS 8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1813031" y="3027213"/>
              <a:ext cx="1630394" cy="23141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Prod_oz2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81" idx="2"/>
            <a:endCxn id="40" idx="0"/>
          </p:cNvCxnSpPr>
          <p:nvPr/>
        </p:nvCxnSpPr>
        <p:spPr>
          <a:xfrm>
            <a:off x="3156400" y="4433116"/>
            <a:ext cx="1573913" cy="14296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8847C5FC-6B5E-465C-B39B-5C29D04A46DF}"/>
              </a:ext>
            </a:extLst>
          </p:cNvPr>
          <p:cNvSpPr/>
          <p:nvPr/>
        </p:nvSpPr>
        <p:spPr>
          <a:xfrm>
            <a:off x="2489203" y="3859142"/>
            <a:ext cx="1351599" cy="2157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/>
            <a:r>
              <a:rPr lang="en-US" altLang="ko-KR" sz="1000" b="1" dirty="0" err="1">
                <a:solidFill>
                  <a:schemeClr val="tx1"/>
                </a:solidFill>
              </a:rPr>
              <a:t>Openjdk</a:t>
            </a:r>
            <a:r>
              <a:rPr lang="en-US" altLang="ko-KR" sz="1000" b="1" dirty="0">
                <a:solidFill>
                  <a:schemeClr val="tx1"/>
                </a:solidFill>
              </a:rPr>
              <a:t> 1.8.0_402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87F90044-B777-4887-A183-D6329B1F2279}"/>
              </a:ext>
            </a:extLst>
          </p:cNvPr>
          <p:cNvGrpSpPr/>
          <p:nvPr/>
        </p:nvGrpSpPr>
        <p:grpSpPr>
          <a:xfrm>
            <a:off x="432255" y="2509247"/>
            <a:ext cx="1592226" cy="1930046"/>
            <a:chOff x="1688022" y="2743114"/>
            <a:chExt cx="1880409" cy="2070426"/>
          </a:xfrm>
        </p:grpSpPr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F8D908C-BBBA-419A-9CE3-E6ECDAB84CE8}"/>
                </a:ext>
              </a:extLst>
            </p:cNvPr>
            <p:cNvSpPr/>
            <p:nvPr/>
          </p:nvSpPr>
          <p:spPr>
            <a:xfrm>
              <a:off x="1688022" y="2743114"/>
              <a:ext cx="1880409" cy="2070426"/>
            </a:xfrm>
            <a:prstGeom prst="rect">
              <a:avLst/>
            </a:prstGeom>
            <a:solidFill>
              <a:schemeClr val="bg1">
                <a:lumMod val="95000"/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44083">
                <a:defRPr/>
              </a:pPr>
              <a:r>
                <a:rPr lang="en-US" altLang="ko-KR" sz="1000" b="1" u="sng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Ozrpt_01p</a:t>
              </a:r>
              <a:endParaRPr lang="ko-KR" altLang="en-US" sz="1000" b="1" u="sng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A266FAA1-6510-4056-8D10-B04BC7BB2DEE}"/>
                </a:ext>
              </a:extLst>
            </p:cNvPr>
            <p:cNvSpPr/>
            <p:nvPr/>
          </p:nvSpPr>
          <p:spPr>
            <a:xfrm>
              <a:off x="1813029" y="4487228"/>
              <a:ext cx="1630394" cy="2314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Linux (Rocky Linux8.6)</a:t>
              </a:r>
              <a:endParaRPr lang="ko-KR" altLang="en-US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8EC422AE-33AC-4599-A1DC-9DC7034E80DF}"/>
                </a:ext>
              </a:extLst>
            </p:cNvPr>
            <p:cNvSpPr/>
            <p:nvPr/>
          </p:nvSpPr>
          <p:spPr>
            <a:xfrm>
              <a:off x="1813029" y="4197980"/>
              <a:ext cx="1630394" cy="2314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ctr"/>
              <a:r>
                <a:rPr lang="en-US" altLang="ko-KR" sz="1000" b="1" dirty="0" err="1">
                  <a:solidFill>
                    <a:schemeClr val="tx1"/>
                  </a:solidFill>
                </a:rPr>
                <a:t>Openjdk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 1.8.0_402</a:t>
              </a:r>
              <a:endPara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8847C5FC-6B5E-465C-B39B-5C29D04A46DF}"/>
                </a:ext>
              </a:extLst>
            </p:cNvPr>
            <p:cNvSpPr/>
            <p:nvPr/>
          </p:nvSpPr>
          <p:spPr>
            <a:xfrm>
              <a:off x="1813029" y="3908733"/>
              <a:ext cx="1630394" cy="2314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JEUS 8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1DB1EF6F-181C-49B7-81BE-F8EBA310CE5F}"/>
                </a:ext>
              </a:extLst>
            </p:cNvPr>
            <p:cNvSpPr/>
            <p:nvPr/>
          </p:nvSpPr>
          <p:spPr>
            <a:xfrm>
              <a:off x="1813031" y="3027213"/>
              <a:ext cx="1630394" cy="23141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Prod_oz1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28" name="그룹 127"/>
          <p:cNvGrpSpPr/>
          <p:nvPr/>
        </p:nvGrpSpPr>
        <p:grpSpPr>
          <a:xfrm>
            <a:off x="798023" y="743731"/>
            <a:ext cx="1761660" cy="734822"/>
            <a:chOff x="3025913" y="944350"/>
            <a:chExt cx="1862519" cy="734822"/>
          </a:xfrm>
        </p:grpSpPr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FF8D908C-BBBA-419A-9CE3-E6ECDAB84CE8}"/>
                </a:ext>
              </a:extLst>
            </p:cNvPr>
            <p:cNvSpPr/>
            <p:nvPr/>
          </p:nvSpPr>
          <p:spPr>
            <a:xfrm>
              <a:off x="3025913" y="944350"/>
              <a:ext cx="1862519" cy="734822"/>
            </a:xfrm>
            <a:prstGeom prst="rect">
              <a:avLst/>
            </a:prstGeom>
            <a:solidFill>
              <a:schemeClr val="bg1">
                <a:lumMod val="95000"/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44083">
                <a:defRPr/>
              </a:pPr>
              <a:r>
                <a:rPr lang="en-US" altLang="ko-KR" sz="1000" b="1" u="sng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wmswb01p</a:t>
              </a:r>
              <a:endParaRPr lang="ko-KR" altLang="en-US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A266FAA1-6510-4056-8D10-B04BC7BB2DEE}"/>
                </a:ext>
              </a:extLst>
            </p:cNvPr>
            <p:cNvSpPr/>
            <p:nvPr/>
          </p:nvSpPr>
          <p:spPr>
            <a:xfrm>
              <a:off x="3149731" y="1438769"/>
              <a:ext cx="1614883" cy="1721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Linux (Rocky Linux8.6)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08985BBF-1D14-4766-810C-E0CF07386B94}"/>
                </a:ext>
              </a:extLst>
            </p:cNvPr>
            <p:cNvSpPr/>
            <p:nvPr/>
          </p:nvSpPr>
          <p:spPr>
            <a:xfrm>
              <a:off x="3174445" y="1198729"/>
              <a:ext cx="1614883" cy="1721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webtob</a:t>
              </a:r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 5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32" name="그룹 131"/>
          <p:cNvGrpSpPr/>
          <p:nvPr/>
        </p:nvGrpSpPr>
        <p:grpSpPr>
          <a:xfrm>
            <a:off x="2763543" y="743730"/>
            <a:ext cx="1794484" cy="742139"/>
            <a:chOff x="4990327" y="944349"/>
            <a:chExt cx="1862519" cy="742139"/>
          </a:xfrm>
        </p:grpSpPr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17960BA0-82CA-4DB9-85AD-66085D44780B}"/>
                </a:ext>
              </a:extLst>
            </p:cNvPr>
            <p:cNvSpPr/>
            <p:nvPr/>
          </p:nvSpPr>
          <p:spPr>
            <a:xfrm>
              <a:off x="4990327" y="944349"/>
              <a:ext cx="1862519" cy="742139"/>
            </a:xfrm>
            <a:prstGeom prst="rect">
              <a:avLst/>
            </a:prstGeom>
            <a:solidFill>
              <a:schemeClr val="bg1">
                <a:lumMod val="95000"/>
                <a:alpha val="3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44083">
                <a:defRPr/>
              </a:pPr>
              <a:r>
                <a:rPr lang="en-US" altLang="ko-KR" sz="1000" b="1" u="sng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cs typeface="Arial" panose="020B0604020202020204" pitchFamily="34" charset="0"/>
                </a:rPr>
                <a:t>wmswb02p</a:t>
              </a:r>
              <a:endParaRPr lang="ko-KR" altLang="en-US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12185786-87BA-4538-B18E-D7CE811C158F}"/>
                </a:ext>
              </a:extLst>
            </p:cNvPr>
            <p:cNvSpPr/>
            <p:nvPr/>
          </p:nvSpPr>
          <p:spPr>
            <a:xfrm>
              <a:off x="5114145" y="1439099"/>
              <a:ext cx="1614883" cy="1721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Linux (Rocky Linux 8.6)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6D52370B-929E-4E65-90F2-0CCAF3DE42B5}"/>
                </a:ext>
              </a:extLst>
            </p:cNvPr>
            <p:cNvSpPr/>
            <p:nvPr/>
          </p:nvSpPr>
          <p:spPr>
            <a:xfrm>
              <a:off x="5114145" y="1199682"/>
              <a:ext cx="1614883" cy="1721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webtob</a:t>
              </a:r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 5</a:t>
              </a:r>
              <a:endPara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61574D7F-E733-47DC-8C0C-770D0D791960}"/>
              </a:ext>
            </a:extLst>
          </p:cNvPr>
          <p:cNvSpPr/>
          <p:nvPr/>
        </p:nvSpPr>
        <p:spPr>
          <a:xfrm>
            <a:off x="798022" y="35187"/>
            <a:ext cx="3958318" cy="2798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L4 Switch (Active-Standby) prt.ssts.co.kr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129" idx="2"/>
          </p:cNvCxnSpPr>
          <p:nvPr/>
        </p:nvCxnSpPr>
        <p:spPr>
          <a:xfrm>
            <a:off x="1678853" y="1478553"/>
            <a:ext cx="980194" cy="4203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133" idx="2"/>
          </p:cNvCxnSpPr>
          <p:nvPr/>
        </p:nvCxnSpPr>
        <p:spPr>
          <a:xfrm flipH="1">
            <a:off x="2659049" y="1485869"/>
            <a:ext cx="1001736" cy="4130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FE75EC43-7CB2-47A0-8FFD-A61C839FDB27}"/>
              </a:ext>
            </a:extLst>
          </p:cNvPr>
          <p:cNvSpPr/>
          <p:nvPr/>
        </p:nvSpPr>
        <p:spPr>
          <a:xfrm>
            <a:off x="1752192" y="1925220"/>
            <a:ext cx="1671619" cy="294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Backbone Switch (A-S)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142" name="연결선: 꺾임 26">
            <a:extLst>
              <a:ext uri="{FF2B5EF4-FFF2-40B4-BE49-F238E27FC236}">
                <a16:creationId xmlns:a16="http://schemas.microsoft.com/office/drawing/2014/main" id="{6B3378FC-1ACE-423E-9974-8F42F8014288}"/>
              </a:ext>
            </a:extLst>
          </p:cNvPr>
          <p:cNvCxnSpPr>
            <a:cxnSpLocks/>
          </p:cNvCxnSpPr>
          <p:nvPr/>
        </p:nvCxnSpPr>
        <p:spPr>
          <a:xfrm rot="16200000" flipH="1">
            <a:off x="3053995" y="3300"/>
            <a:ext cx="428704" cy="102296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연결선: 꺾임 25">
            <a:extLst>
              <a:ext uri="{FF2B5EF4-FFF2-40B4-BE49-F238E27FC236}">
                <a16:creationId xmlns:a16="http://schemas.microsoft.com/office/drawing/2014/main" id="{8F5F128C-8A9C-4936-A8CF-D0FA87BB2AE2}"/>
              </a:ext>
            </a:extLst>
          </p:cNvPr>
          <p:cNvCxnSpPr/>
          <p:nvPr/>
        </p:nvCxnSpPr>
        <p:spPr>
          <a:xfrm rot="5400000">
            <a:off x="2059432" y="31706"/>
            <a:ext cx="428705" cy="96615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101" idx="2"/>
            <a:endCxn id="40" idx="0"/>
          </p:cNvCxnSpPr>
          <p:nvPr/>
        </p:nvCxnSpPr>
        <p:spPr>
          <a:xfrm>
            <a:off x="1228368" y="4439293"/>
            <a:ext cx="3501945" cy="14235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141" idx="2"/>
            <a:endCxn id="101" idx="0"/>
          </p:cNvCxnSpPr>
          <p:nvPr/>
        </p:nvCxnSpPr>
        <p:spPr>
          <a:xfrm flipH="1">
            <a:off x="1228368" y="2219370"/>
            <a:ext cx="1359634" cy="289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141" idx="2"/>
            <a:endCxn id="81" idx="0"/>
          </p:cNvCxnSpPr>
          <p:nvPr/>
        </p:nvCxnSpPr>
        <p:spPr>
          <a:xfrm>
            <a:off x="2588002" y="2219370"/>
            <a:ext cx="568398" cy="2837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FE75EC43-7CB2-47A0-8FFD-A61C839FDB27}"/>
              </a:ext>
            </a:extLst>
          </p:cNvPr>
          <p:cNvSpPr/>
          <p:nvPr/>
        </p:nvSpPr>
        <p:spPr>
          <a:xfrm>
            <a:off x="8723844" y="1958547"/>
            <a:ext cx="802524" cy="2248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b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본사 </a:t>
            </a:r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VPN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FE75EC43-7CB2-47A0-8FFD-A61C839FDB27}"/>
              </a:ext>
            </a:extLst>
          </p:cNvPr>
          <p:cNvSpPr/>
          <p:nvPr/>
        </p:nvSpPr>
        <p:spPr>
          <a:xfrm>
            <a:off x="10175836" y="327200"/>
            <a:ext cx="1583309" cy="294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b="1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남안성</a:t>
            </a:r>
            <a:r>
              <a:rPr lang="ko-KR" altLang="en-US" sz="1000" b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VPN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5BDB0259-206B-4BA7-BF30-20F5F5F19664}"/>
              </a:ext>
            </a:extLst>
          </p:cNvPr>
          <p:cNvSpPr/>
          <p:nvPr/>
        </p:nvSpPr>
        <p:spPr>
          <a:xfrm>
            <a:off x="10216319" y="967357"/>
            <a:ext cx="1524079" cy="1134983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44083">
              <a:defRPr/>
            </a:pPr>
            <a:r>
              <a:rPr lang="en-US" altLang="ko-KR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150.149.106.10:1433</a:t>
            </a:r>
          </a:p>
          <a:p>
            <a:pPr algn="ctr" defTabSz="844083">
              <a:defRPr/>
            </a:pPr>
            <a:r>
              <a:rPr lang="ko-KR" altLang="en-US" sz="1000" b="1" u="sng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남안성</a:t>
            </a:r>
            <a:r>
              <a:rPr lang="ko-KR" altLang="en-US" sz="1000" b="1" u="sng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WCS DB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6436F24E-3DDA-471A-BCF8-895A378F18C4}"/>
              </a:ext>
            </a:extLst>
          </p:cNvPr>
          <p:cNvSpPr/>
          <p:nvPr/>
        </p:nvSpPr>
        <p:spPr>
          <a:xfrm>
            <a:off x="10307263" y="1757470"/>
            <a:ext cx="1379823" cy="3095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Window</a:t>
            </a:r>
            <a:b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(Windows 2019)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D3D01792-074E-4782-B9CD-6453B2AC6EC8}"/>
              </a:ext>
            </a:extLst>
          </p:cNvPr>
          <p:cNvSpPr/>
          <p:nvPr/>
        </p:nvSpPr>
        <p:spPr>
          <a:xfrm>
            <a:off x="10307263" y="1487092"/>
            <a:ext cx="1379823" cy="21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MSSQL </a:t>
            </a:r>
            <a:endParaRPr lang="ko-KR" altLang="en-US" sz="100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40" name="TextBox 69">
            <a:extLst>
              <a:ext uri="{FF2B5EF4-FFF2-40B4-BE49-F238E27FC236}">
                <a16:creationId xmlns:a16="http://schemas.microsoft.com/office/drawing/2014/main" id="{64291DED-8D7C-4D43-89C2-35F5678F06F9}"/>
              </a:ext>
            </a:extLst>
          </p:cNvPr>
          <p:cNvSpPr txBox="1"/>
          <p:nvPr/>
        </p:nvSpPr>
        <p:spPr>
          <a:xfrm>
            <a:off x="10122055" y="701634"/>
            <a:ext cx="616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>
                <a:solidFill>
                  <a:srgbClr val="FF0000"/>
                </a:solidFill>
              </a:rPr>
              <a:t>active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115" idx="1"/>
            <a:endCxn id="23" idx="3"/>
          </p:cNvCxnSpPr>
          <p:nvPr/>
        </p:nvCxnSpPr>
        <p:spPr>
          <a:xfrm flipH="1" flipV="1">
            <a:off x="8177640" y="2069886"/>
            <a:ext cx="546204" cy="10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115" idx="3"/>
            <a:endCxn id="119" idx="1"/>
          </p:cNvCxnSpPr>
          <p:nvPr/>
        </p:nvCxnSpPr>
        <p:spPr>
          <a:xfrm flipV="1">
            <a:off x="9526368" y="474275"/>
            <a:ext cx="649468" cy="1596706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9925431" y="2194235"/>
            <a:ext cx="21098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WCS DB(MSSQL) -&gt; WMS DB(ORACLE)</a:t>
            </a:r>
          </a:p>
          <a:p>
            <a:r>
              <a:rPr lang="en-US" altLang="ko-KR" sz="800" b="1" dirty="0"/>
              <a:t>VCCNT_IF </a:t>
            </a:r>
            <a:r>
              <a:rPr lang="ko-KR" altLang="en-US" sz="800" b="1"/>
              <a:t>계정으로 </a:t>
            </a:r>
            <a:r>
              <a:rPr lang="en-US" altLang="ko-KR" sz="800" b="1" dirty="0"/>
              <a:t>DB TO DB </a:t>
            </a:r>
            <a:r>
              <a:rPr lang="ko-KR" altLang="en-US" sz="800" b="1"/>
              <a:t>연결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FE75EC43-7CB2-47A0-8FFD-A61C839FDB27}"/>
              </a:ext>
            </a:extLst>
          </p:cNvPr>
          <p:cNvSpPr/>
          <p:nvPr/>
        </p:nvSpPr>
        <p:spPr>
          <a:xfrm>
            <a:off x="10175835" y="2548113"/>
            <a:ext cx="1583309" cy="294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천안 </a:t>
            </a:r>
            <a:r>
              <a:rPr lang="en-US" altLang="ko-KR" sz="10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VPN</a:t>
            </a:r>
            <a:endParaRPr lang="ko-KR" altLang="en-US" sz="10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5BDB0259-206B-4BA7-BF30-20F5F5F19664}"/>
              </a:ext>
            </a:extLst>
          </p:cNvPr>
          <p:cNvSpPr/>
          <p:nvPr/>
        </p:nvSpPr>
        <p:spPr>
          <a:xfrm>
            <a:off x="10216318" y="3180899"/>
            <a:ext cx="1524079" cy="1134983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44083">
              <a:defRPr/>
            </a:pPr>
            <a:r>
              <a:rPr lang="en-US" altLang="ko-KR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150.149.106.10:1433</a:t>
            </a:r>
          </a:p>
          <a:p>
            <a:pPr algn="ctr" defTabSz="844083">
              <a:defRPr/>
            </a:pPr>
            <a:r>
              <a:rPr lang="ko-KR" altLang="en-US" sz="1000" b="1" u="sng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남안성</a:t>
            </a:r>
            <a:r>
              <a:rPr lang="ko-KR" altLang="en-US" sz="1000" b="1" u="sng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sz="1000" b="1" u="sng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WCS DB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6436F24E-3DDA-471A-BCF8-895A378F18C4}"/>
              </a:ext>
            </a:extLst>
          </p:cNvPr>
          <p:cNvSpPr/>
          <p:nvPr/>
        </p:nvSpPr>
        <p:spPr>
          <a:xfrm>
            <a:off x="10295538" y="3964479"/>
            <a:ext cx="1379823" cy="3095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Window</a:t>
            </a:r>
            <a:b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(Windows 2019)</a:t>
            </a: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D3D01792-074E-4782-B9CD-6453B2AC6EC8}"/>
              </a:ext>
            </a:extLst>
          </p:cNvPr>
          <p:cNvSpPr/>
          <p:nvPr/>
        </p:nvSpPr>
        <p:spPr>
          <a:xfrm>
            <a:off x="10295538" y="3694101"/>
            <a:ext cx="1379823" cy="21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MSSQL </a:t>
            </a:r>
            <a:endParaRPr lang="ko-KR" altLang="en-US" sz="100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51" name="TextBox 69">
            <a:extLst>
              <a:ext uri="{FF2B5EF4-FFF2-40B4-BE49-F238E27FC236}">
                <a16:creationId xmlns:a16="http://schemas.microsoft.com/office/drawing/2014/main" id="{64291DED-8D7C-4D43-89C2-35F5678F06F9}"/>
              </a:ext>
            </a:extLst>
          </p:cNvPr>
          <p:cNvSpPr txBox="1"/>
          <p:nvPr/>
        </p:nvSpPr>
        <p:spPr>
          <a:xfrm>
            <a:off x="10135269" y="2908643"/>
            <a:ext cx="616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>
                <a:solidFill>
                  <a:srgbClr val="FF0000"/>
                </a:solidFill>
              </a:rPr>
              <a:t>active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152" name="꺾인 연결선 151"/>
          <p:cNvCxnSpPr>
            <a:stCxn id="115" idx="3"/>
            <a:endCxn id="147" idx="1"/>
          </p:cNvCxnSpPr>
          <p:nvPr/>
        </p:nvCxnSpPr>
        <p:spPr>
          <a:xfrm>
            <a:off x="9526368" y="2070981"/>
            <a:ext cx="649467" cy="62420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>
            <a:stCxn id="119" idx="2"/>
            <a:endCxn id="124" idx="0"/>
          </p:cNvCxnSpPr>
          <p:nvPr/>
        </p:nvCxnSpPr>
        <p:spPr>
          <a:xfrm>
            <a:off x="10967491" y="621350"/>
            <a:ext cx="10868" cy="3460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/>
          <p:cNvCxnSpPr>
            <a:stCxn id="147" idx="2"/>
            <a:endCxn id="148" idx="0"/>
          </p:cNvCxnSpPr>
          <p:nvPr/>
        </p:nvCxnSpPr>
        <p:spPr>
          <a:xfrm>
            <a:off x="10967490" y="2842263"/>
            <a:ext cx="10868" cy="338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3F53B6EE-DF8E-4FD8-8B62-A6EF10C0425C}"/>
              </a:ext>
            </a:extLst>
          </p:cNvPr>
          <p:cNvCxnSpPr>
            <a:cxnSpLocks/>
            <a:stCxn id="65" idx="2"/>
            <a:endCxn id="40" idx="0"/>
          </p:cNvCxnSpPr>
          <p:nvPr/>
        </p:nvCxnSpPr>
        <p:spPr>
          <a:xfrm flipH="1">
            <a:off x="4730313" y="4491610"/>
            <a:ext cx="4200371" cy="13711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956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12100</TotalTime>
  <Words>710</Words>
  <Application>Microsoft Office PowerPoint</Application>
  <PresentationFormat>와이드스크린</PresentationFormat>
  <Paragraphs>184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정보보안팀_이재익</cp:lastModifiedBy>
  <cp:revision>60</cp:revision>
  <cp:lastPrinted>2024-05-21T02:19:50Z</cp:lastPrinted>
  <dcterms:created xsi:type="dcterms:W3CDTF">2024-02-15T05:42:46Z</dcterms:created>
  <dcterms:modified xsi:type="dcterms:W3CDTF">2026-03-10T02:15:01Z</dcterms:modified>
</cp:coreProperties>
</file>