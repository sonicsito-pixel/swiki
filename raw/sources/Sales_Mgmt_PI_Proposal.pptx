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[Sales Mgmt PI] Next-Gen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AS-IS vs TO-BE Process Structure</a:t>
            </a:r>
          </a:p>
          <a:p>
            <a:r>
              <a:t>Date: 2026-04-23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Store/Master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AS-IS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TO-BE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Benefit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Business ID based (Data disconnected on change)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Store Code based (History integrated)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Continuity &amp; Lifecycle mgmt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Manual entry of AIS sub-store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Real-time AIS-F-ONE 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Error prevention &amp; Efficiency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Excel-based mgmt of Open/Close 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Integrated Store Mgmt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Visibility &amp; Accuracy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Sales/Settlement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AS-IS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TO-BE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Benefit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Manual Excel processing for AIS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 F-ONE to AIS Journaling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Faster closing &amp; No manual intervention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Manual reconciliation with VAN/EDI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 Mapping &amp; Discrepancy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Integrity &amp; Automation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Manual entry of Margin/Discount per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Bulk upload &amp; Copy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Convenience for mass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Commission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AS-IS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TO-BE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Benefit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Hard to track history of seasonal 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Detailed history &amp; Permission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Security &amp; Integrity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Manual setup for Trustbill tax invoice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Instant issuance from system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Simplified evidence mgmt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Manual calculation of deductions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 calculation &amp; Settlement 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Error-free &amp; Transparency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A/R &amp; Credit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AS-IS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TO-BE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Benefit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Manual tracking of long-term A/R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Automatic A/R extraction &amp;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Enhanced collection mgmt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Post-facto notice for cash A/R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Real-time popup for &gt;1M KRW A/R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Early warning &amp; Prompt payment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Manual reconciliation of virtual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Real-time sync to F-ONE A/R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Real-time credit status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Inventory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AS-IS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TO-BE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Benefit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Query limited to current year/season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Multi-year/Integrated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Expanded availability visibility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Return to DC for self-consumption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 registration at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reduction &amp; Speed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Vague history (Adj/In-transit WH)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Transparent history &amp; WH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Traceability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