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3005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B48B3-F2A1-4021-86EA-F0381C5BD2C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smtClean="0"/>
              <a:t>ⓒ 2026 SHINSUNG TONGSANG 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F86CB-50B1-47B9-8370-C1074EA6E6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99438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A2ACF-6CDD-4FFF-B156-21D31F19EE3F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smtClean="0"/>
              <a:t>ⓒ 2026 SHINSUNG TONGSANG 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EB0E2-49FF-47C9-BCC0-1BEBD6AC3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1197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6158-4FF8-4B84-B6ED-121E06C4F7C4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987" y="127348"/>
            <a:ext cx="1033080" cy="145633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ko-KR" dirty="0" smtClean="0"/>
              <a:t>© 2026 </a:t>
            </a:r>
            <a:r>
              <a:rPr lang="en-US" altLang="ko-KR" dirty="0" err="1" smtClean="0"/>
              <a:t>Shinsung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Tongsang</a:t>
            </a:r>
            <a:r>
              <a:rPr lang="en-US" altLang="ko-KR" dirty="0" smtClean="0"/>
              <a:t> FIS PI PROJECT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35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81" y="319408"/>
            <a:ext cx="10515600" cy="523149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626" y="1802537"/>
            <a:ext cx="11062531" cy="437442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en-US" altLang="ko-KR" dirty="0" smtClean="0"/>
          </a:p>
          <a:p>
            <a:pPr lvl="0"/>
            <a:endParaRPr lang="ko-KR" altLang="en-US" dirty="0" smtClean="0"/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CC71-ABB5-4616-8462-BBA596DB6A47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ko-KR" dirty="0" smtClean="0"/>
              <a:t>© 2026 </a:t>
            </a:r>
            <a:r>
              <a:rPr lang="en-US" altLang="ko-KR" dirty="0" err="1" smtClean="0"/>
              <a:t>Shinsung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Tongsang</a:t>
            </a:r>
            <a:r>
              <a:rPr lang="en-US" altLang="ko-KR" dirty="0" smtClean="0"/>
              <a:t> FIS PI PROJECT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9" y="133884"/>
            <a:ext cx="646093" cy="325326"/>
          </a:xfrm>
          <a:prstGeom prst="rect">
            <a:avLst/>
          </a:prstGeom>
        </p:spPr>
      </p:pic>
      <p:sp>
        <p:nvSpPr>
          <p:cNvPr id="9" name="Google Shape;249;p19"/>
          <p:cNvSpPr/>
          <p:nvPr userDrawn="1"/>
        </p:nvSpPr>
        <p:spPr>
          <a:xfrm>
            <a:off x="571500" y="885825"/>
            <a:ext cx="11049000" cy="19050"/>
          </a:xfrm>
          <a:prstGeom prst="rect">
            <a:avLst/>
          </a:prstGeom>
          <a:solidFill>
            <a:srgbClr val="002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3;p17"/>
          <p:cNvSpPr/>
          <p:nvPr userDrawn="1"/>
        </p:nvSpPr>
        <p:spPr>
          <a:xfrm>
            <a:off x="571500" y="1064161"/>
            <a:ext cx="11049000" cy="579090"/>
          </a:xfrm>
          <a:prstGeom prst="rect">
            <a:avLst/>
          </a:prstGeom>
          <a:solidFill>
            <a:srgbClr val="002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chemeClr val="bg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3"/>
          </p:nvPr>
        </p:nvSpPr>
        <p:spPr>
          <a:xfrm>
            <a:off x="661785" y="1170063"/>
            <a:ext cx="10855325" cy="373319"/>
          </a:xfrm>
        </p:spPr>
        <p:txBody>
          <a:bodyPr>
            <a:normAutofit/>
          </a:bodyPr>
          <a:lstStyle>
            <a:lvl1pPr>
              <a:defRPr sz="18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0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23B9-6FE1-4C89-A972-ED20936DA623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9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3759-8114-493F-BC3D-8E7D6C7EE663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69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725E-2969-48B1-A3B1-F30A535A8B7B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11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A86D-357A-4112-9A56-FAF6460F79CB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96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178-E439-49CC-91C1-399B4B18AF3D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49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58157-5798-4D60-B468-76B36E9BCB0B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90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DC61-0ED0-4711-A1AB-12338759417F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96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E539-B36C-4416-87F6-CF3C30D87180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80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C47E-6DE9-4EEB-884D-50B2DF19E892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</a:t>
            </a:r>
            <a:r>
              <a:rPr lang="en-US" altLang="ko-KR" smtClean="0"/>
              <a:t>2026 Shinsung Tongsang FIS PI PROJECT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2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A638-BA4C-42F7-A407-9DB893677FF3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© 2026 Shinsung Tongsang FIS PI PROJECT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2DAB0-F447-44DD-AA14-700C7F3B6DD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354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2026 Shinsung Tongsang FIS PI PROJECT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79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DDDD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DDD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© 2026 Shinsung Tongsang FIS PI PROJECT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DAB0-F447-44DD-AA14-700C7F3B6DDA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DDD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881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19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DDDD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</cp:revision>
  <dcterms:created xsi:type="dcterms:W3CDTF">2026-02-12T04:07:20Z</dcterms:created>
  <dcterms:modified xsi:type="dcterms:W3CDTF">2026-02-12T05:52:05Z</dcterms:modified>
</cp:coreProperties>
</file>