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700" r:id="rId2"/>
    <p:sldMasterId id="2147483712" r:id="rId3"/>
    <p:sldMasterId id="2147483724" r:id="rId4"/>
    <p:sldMasterId id="2147483736" r:id="rId5"/>
    <p:sldMasterId id="2147483748" r:id="rId6"/>
  </p:sldMasterIdLst>
  <p:notesMasterIdLst>
    <p:notesMasterId r:id="rId17"/>
  </p:notesMasterIdLst>
  <p:handoutMasterIdLst>
    <p:handoutMasterId r:id="rId18"/>
  </p:handoutMasterIdLst>
  <p:sldIdLst>
    <p:sldId id="819" r:id="rId7"/>
    <p:sldId id="820" r:id="rId8"/>
    <p:sldId id="809" r:id="rId9"/>
    <p:sldId id="821" r:id="rId10"/>
    <p:sldId id="815" r:id="rId11"/>
    <p:sldId id="816" r:id="rId12"/>
    <p:sldId id="817" r:id="rId13"/>
    <p:sldId id="818" r:id="rId14"/>
    <p:sldId id="783" r:id="rId15"/>
    <p:sldId id="785" r:id="rId16"/>
  </p:sldIdLst>
  <p:sldSz cx="9906000" cy="6858000" type="A4"/>
  <p:notesSz cx="7010400" cy="92964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1">
          <p15:clr>
            <a:srgbClr val="A4A3A4"/>
          </p15:clr>
        </p15:guide>
        <p15:guide id="2" orient="horz" pos="65">
          <p15:clr>
            <a:srgbClr val="A4A3A4"/>
          </p15:clr>
        </p15:guide>
        <p15:guide id="3" orient="horz" pos="349">
          <p15:clr>
            <a:srgbClr val="A4A3A4"/>
          </p15:clr>
        </p15:guide>
        <p15:guide id="4" pos="1673">
          <p15:clr>
            <a:srgbClr val="A4A3A4"/>
          </p15:clr>
        </p15:guide>
        <p15:guide id="5" pos="120">
          <p15:clr>
            <a:srgbClr val="A4A3A4"/>
          </p15:clr>
        </p15:guide>
        <p15:guide id="6" pos="6003">
          <p15:clr>
            <a:srgbClr val="A4A3A4"/>
          </p15:clr>
        </p15:guide>
        <p15:guide id="7" pos="3127">
          <p15:clr>
            <a:srgbClr val="A4A3A4"/>
          </p15:clr>
        </p15:guide>
        <p15:guide id="8" pos="6117">
          <p15:clr>
            <a:srgbClr val="A4A3A4"/>
          </p15:clr>
        </p15:guide>
        <p15:guide id="9" pos="2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3300"/>
    <a:srgbClr val="808000"/>
    <a:srgbClr val="003399"/>
    <a:srgbClr val="000099"/>
    <a:srgbClr val="FFFF66"/>
    <a:srgbClr val="FFFF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18" autoAdjust="0"/>
    <p:restoredTop sz="94941" autoAdjust="0"/>
  </p:normalViewPr>
  <p:slideViewPr>
    <p:cSldViewPr snapToGrid="0">
      <p:cViewPr varScale="1">
        <p:scale>
          <a:sx n="115" d="100"/>
          <a:sy n="115" d="100"/>
        </p:scale>
        <p:origin x="1618" y="86"/>
      </p:cViewPr>
      <p:guideLst>
        <p:guide orient="horz" pos="591"/>
        <p:guide orient="horz" pos="65"/>
        <p:guide orient="horz" pos="349"/>
        <p:guide pos="1673"/>
        <p:guide pos="120"/>
        <p:guide pos="6003"/>
        <p:guide pos="3127"/>
        <p:guide pos="6117"/>
        <p:guide pos="231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>
        <p:scale>
          <a:sx n="170" d="100"/>
          <a:sy n="170" d="100"/>
        </p:scale>
        <p:origin x="-690" y="-12"/>
      </p:cViewPr>
      <p:guideLst>
        <p:guide orient="horz" pos="2928"/>
        <p:guide pos="2208"/>
      </p:guideLst>
    </p:cSldViewPr>
  </p:notes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5EC1B-5DE9-4F43-A1D7-532F9A33B65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03071-5874-4588-B7A8-2E3AB9AD2D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474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i="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i="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4838"/>
            <a:ext cx="5140325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i="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i="0">
                <a:latin typeface="굴림" pitchFamily="50" charset="-127"/>
              </a:defRPr>
            </a:lvl1pPr>
          </a:lstStyle>
          <a:p>
            <a:fld id="{878FA219-BB66-4632-92FD-EB254C447F5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878363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8FA219-BB66-4632-92FD-EB254C447F5C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4796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50A737-935B-4C08-9624-BD4DF0B9F992}" type="slidenum">
              <a:rPr lang="en-US" altLang="ko-KR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n-US" altLang="ko-K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438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7.png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08388"/>
            <a:ext cx="9906000" cy="324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80"/>
          <p:cNvSpPr txBox="1">
            <a:spLocks noChangeArrowheads="1"/>
          </p:cNvSpPr>
          <p:nvPr userDrawn="1"/>
        </p:nvSpPr>
        <p:spPr bwMode="auto">
          <a:xfrm>
            <a:off x="1989138" y="6356350"/>
            <a:ext cx="59277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900" i="0" dirty="0">
                <a:latin typeface="굴림" panose="020B0600000101010101" pitchFamily="50" charset="-127"/>
                <a:ea typeface="굴림" panose="020B0600000101010101" pitchFamily="50" charset="-127"/>
              </a:rPr>
              <a:t>CJ</a:t>
            </a:r>
            <a:r>
              <a:rPr lang="ko-KR" altLang="en-US" sz="900" i="0" dirty="0" err="1">
                <a:latin typeface="굴림" panose="020B0600000101010101" pitchFamily="50" charset="-127"/>
                <a:ea typeface="굴림" panose="020B0600000101010101" pitchFamily="50" charset="-127"/>
              </a:rPr>
              <a:t>올리브네트웍스의</a:t>
            </a:r>
            <a:r>
              <a:rPr lang="ko-KR" altLang="en-US" sz="900" i="0" dirty="0">
                <a:latin typeface="굴림" panose="020B0600000101010101" pitchFamily="50" charset="-127"/>
                <a:ea typeface="굴림" panose="020B0600000101010101" pitchFamily="50" charset="-127"/>
              </a:rPr>
              <a:t> 사전 승인 없이 본 내용의 전부 또는 일부에 대한 복사</a:t>
            </a:r>
            <a:r>
              <a:rPr lang="en-US" altLang="ko-KR" sz="900" i="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900" i="0" dirty="0">
                <a:latin typeface="굴림" panose="020B0600000101010101" pitchFamily="50" charset="-127"/>
                <a:ea typeface="굴림" panose="020B0600000101010101" pitchFamily="50" charset="-127"/>
              </a:rPr>
              <a:t>전재</a:t>
            </a:r>
            <a:r>
              <a:rPr lang="en-US" altLang="ko-KR" sz="900" i="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900" i="0" dirty="0">
                <a:latin typeface="굴림" panose="020B0600000101010101" pitchFamily="50" charset="-127"/>
                <a:ea typeface="굴림" panose="020B0600000101010101" pitchFamily="50" charset="-127"/>
              </a:rPr>
              <a:t>배포</a:t>
            </a:r>
            <a:r>
              <a:rPr lang="en-US" altLang="ko-KR" sz="900" i="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900" i="0" dirty="0">
                <a:latin typeface="굴림" panose="020B0600000101010101" pitchFamily="50" charset="-127"/>
                <a:ea typeface="굴림" panose="020B0600000101010101" pitchFamily="50" charset="-127"/>
              </a:rPr>
              <a:t>사용을 금합니다</a:t>
            </a:r>
            <a:r>
              <a:rPr lang="en-US" altLang="ko-KR" sz="900" i="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900" b="1" i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Text Box 81"/>
          <p:cNvSpPr txBox="1">
            <a:spLocks noChangeArrowheads="1"/>
          </p:cNvSpPr>
          <p:nvPr userDrawn="1"/>
        </p:nvSpPr>
        <p:spPr bwMode="auto">
          <a:xfrm>
            <a:off x="92075" y="260350"/>
            <a:ext cx="29718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eaLnBrk="1" hangingPunct="1"/>
            <a:r>
              <a:rPr lang="ko-KR" altLang="en-US" sz="1400" i="0" dirty="0">
                <a:solidFill>
                  <a:srgbClr val="80808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문서번호 </a:t>
            </a:r>
            <a:r>
              <a:rPr lang="en-US" altLang="ko-KR" sz="1400" i="0" dirty="0">
                <a:solidFill>
                  <a:srgbClr val="80808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CJAG-Plan-AG04</a:t>
            </a:r>
            <a:endParaRPr lang="en-US" altLang="ko-KR" sz="1400" b="1" i="0" dirty="0">
              <a:solidFill>
                <a:srgbClr val="FCFDD7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5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82857"/>
              </p:ext>
            </p:extLst>
          </p:nvPr>
        </p:nvGraphicFramePr>
        <p:xfrm>
          <a:off x="7437438" y="620713"/>
          <a:ext cx="2239962" cy="612774"/>
        </p:xfrm>
        <a:graphic>
          <a:graphicData uri="http://schemas.openxmlformats.org/drawingml/2006/table">
            <a:tbl>
              <a:tblPr/>
              <a:tblGrid>
                <a:gridCol w="982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Version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V1.2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개정일자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2020-01-10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작성자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품질혁신팀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008398"/>
              </p:ext>
            </p:extLst>
          </p:nvPr>
        </p:nvGraphicFramePr>
        <p:xfrm>
          <a:off x="2468563" y="2276475"/>
          <a:ext cx="6513512" cy="855663"/>
        </p:xfrm>
        <a:graphic>
          <a:graphicData uri="http://schemas.openxmlformats.org/drawingml/2006/table">
            <a:tbl>
              <a:tblPr/>
              <a:tblGrid>
                <a:gridCol w="651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5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프로젝트 명 입력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시스템 체계도</a:t>
                      </a:r>
                    </a:p>
                  </a:txBody>
                  <a:tcPr marL="180000" marR="90000" marT="46803" marB="46803" horzOverflow="overflow">
                    <a:lnL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Picture 102" descr="고객사로고"/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913" y="5280027"/>
            <a:ext cx="12033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그림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050" y="5246690"/>
            <a:ext cx="1636713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2967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- </a:t>
            </a:r>
            <a:fld id="{06AE0326-1F87-4FC4-8AC9-EEB3408B10BA}" type="slidenum">
              <a:rPr lang="en-US" altLang="ko-KR"/>
              <a:pPr/>
              <a:t>‹#›</a:t>
            </a:fld>
            <a:r>
              <a:rPr lang="en-US" altLang="ko-KR" dirty="0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411423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52B3324D-55B8-4DC0-BC3F-F70379C0A51B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39965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2646FCE0-FE86-458A-B826-6099B2C450C0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71729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3C7B5CA0-643C-43A4-8B2D-F859B485AF40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41939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B60A96F6-F9DD-4342-BDC2-08EDD3D0DC79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257846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97641A7D-8F0C-4BF3-9EA2-89D5FD40C8B6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598550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B582FF9E-F0B9-4344-B1A3-4D9180A53D65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105555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CC504033-555C-4F00-8C86-984F3ADBD606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534133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4AEC8C0C-EF36-4491-9CA4-D41E5980BC17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23606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84267531-375C-4F8C-B993-37A005EC31EF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916005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274638"/>
            <a:ext cx="8915400" cy="58515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B0AAB724-5E95-4A99-B089-FBB6838D878E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6667940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chn\Documents\03. 회사공유\03. 사업지원실\통합마케팅\infra\CJ올리브네트웍스\CJ계열사-로고_CJ올리브네트웍스(가로)_E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404665"/>
            <a:ext cx="2508231" cy="64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6561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7965" y="188915"/>
            <a:ext cx="7832725" cy="363537"/>
          </a:xfrm>
          <a:prstGeom prst="rect">
            <a:avLst/>
          </a:prstGeom>
        </p:spPr>
        <p:txBody>
          <a:bodyPr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38175"/>
            <a:ext cx="8915400" cy="736600"/>
          </a:xfrm>
          <a:prstGeom prst="rect">
            <a:avLst/>
          </a:prstGeom>
        </p:spPr>
        <p:txBody>
          <a:bodyPr lIns="91427" tIns="45714" rIns="91427" bIns="45714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66818BE9-9579-443F-B3BC-1C511821F9E4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5239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  <a:prstGeom prst="rect">
            <a:avLst/>
          </a:prstGeom>
        </p:spPr>
        <p:txBody>
          <a:bodyPr lIns="91427" tIns="45714" rIns="91427" bIns="45714"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  <a:prstGeom prst="rect">
            <a:avLst/>
          </a:prstGeom>
        </p:spPr>
        <p:txBody>
          <a:bodyPr lIns="91427" tIns="45714" rIns="91427" bIns="45714" anchor="b"/>
          <a:lstStyle>
            <a:lvl1pPr marL="0" indent="0">
              <a:buNone/>
              <a:defRPr sz="2000"/>
            </a:lvl1pPr>
            <a:lvl2pPr marL="457134" indent="0">
              <a:buNone/>
              <a:defRPr sz="1800"/>
            </a:lvl2pPr>
            <a:lvl3pPr marL="914268" indent="0">
              <a:buNone/>
              <a:defRPr sz="1600"/>
            </a:lvl3pPr>
            <a:lvl4pPr marL="1371402" indent="0">
              <a:buNone/>
              <a:defRPr sz="1400"/>
            </a:lvl4pPr>
            <a:lvl5pPr marL="1828537" indent="0">
              <a:buNone/>
              <a:defRPr sz="1400"/>
            </a:lvl5pPr>
            <a:lvl6pPr marL="2285671" indent="0">
              <a:buNone/>
              <a:defRPr sz="1400"/>
            </a:lvl6pPr>
            <a:lvl7pPr marL="2742805" indent="0">
              <a:buNone/>
              <a:defRPr sz="1400"/>
            </a:lvl7pPr>
            <a:lvl8pPr marL="3199939" indent="0">
              <a:buNone/>
              <a:defRPr sz="1400"/>
            </a:lvl8pPr>
            <a:lvl9pPr marL="3657073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A59F6CDD-30CC-417A-A0F6-F4E567BD4C50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6072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7965" y="188915"/>
            <a:ext cx="7832725" cy="363537"/>
          </a:xfrm>
          <a:prstGeom prst="rect">
            <a:avLst/>
          </a:prstGeom>
        </p:spPr>
        <p:txBody>
          <a:bodyPr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638175"/>
            <a:ext cx="4381500" cy="7366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91101" y="638175"/>
            <a:ext cx="4381500" cy="7366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A86694AC-C749-4A53-B431-522E86016983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6061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2" y="1535113"/>
            <a:ext cx="4376737" cy="639762"/>
          </a:xfrm>
          <a:prstGeom prst="rect">
            <a:avLst/>
          </a:prstGeom>
        </p:spPr>
        <p:txBody>
          <a:bodyPr lIns="91427" tIns="45714" rIns="91427" bIns="45714" anchor="b"/>
          <a:lstStyle>
            <a:lvl1pPr marL="0" indent="0">
              <a:buNone/>
              <a:defRPr sz="2400" b="1"/>
            </a:lvl1pPr>
            <a:lvl2pPr marL="457134" indent="0">
              <a:buNone/>
              <a:defRPr sz="2000" b="1"/>
            </a:lvl2pPr>
            <a:lvl3pPr marL="914268" indent="0">
              <a:buNone/>
              <a:defRPr sz="1800" b="1"/>
            </a:lvl3pPr>
            <a:lvl4pPr marL="1371402" indent="0">
              <a:buNone/>
              <a:defRPr sz="1600" b="1"/>
            </a:lvl4pPr>
            <a:lvl5pPr marL="1828537" indent="0">
              <a:buNone/>
              <a:defRPr sz="1600" b="1"/>
            </a:lvl5pPr>
            <a:lvl6pPr marL="2285671" indent="0">
              <a:buNone/>
              <a:defRPr sz="1600" b="1"/>
            </a:lvl6pPr>
            <a:lvl7pPr marL="2742805" indent="0">
              <a:buNone/>
              <a:defRPr sz="1600" b="1"/>
            </a:lvl7pPr>
            <a:lvl8pPr marL="3199939" indent="0">
              <a:buNone/>
              <a:defRPr sz="1600" b="1"/>
            </a:lvl8pPr>
            <a:lvl9pPr marL="3657073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2" y="2174875"/>
            <a:ext cx="4376737" cy="3951288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6" y="1535113"/>
            <a:ext cx="4378325" cy="639762"/>
          </a:xfrm>
          <a:prstGeom prst="rect">
            <a:avLst/>
          </a:prstGeom>
        </p:spPr>
        <p:txBody>
          <a:bodyPr lIns="91427" tIns="45714" rIns="91427" bIns="45714" anchor="b"/>
          <a:lstStyle>
            <a:lvl1pPr marL="0" indent="0">
              <a:buNone/>
              <a:defRPr sz="2400" b="1"/>
            </a:lvl1pPr>
            <a:lvl2pPr marL="457134" indent="0">
              <a:buNone/>
              <a:defRPr sz="2000" b="1"/>
            </a:lvl2pPr>
            <a:lvl3pPr marL="914268" indent="0">
              <a:buNone/>
              <a:defRPr sz="1800" b="1"/>
            </a:lvl3pPr>
            <a:lvl4pPr marL="1371402" indent="0">
              <a:buNone/>
              <a:defRPr sz="1600" b="1"/>
            </a:lvl4pPr>
            <a:lvl5pPr marL="1828537" indent="0">
              <a:buNone/>
              <a:defRPr sz="1600" b="1"/>
            </a:lvl5pPr>
            <a:lvl6pPr marL="2285671" indent="0">
              <a:buNone/>
              <a:defRPr sz="1600" b="1"/>
            </a:lvl6pPr>
            <a:lvl7pPr marL="2742805" indent="0">
              <a:buNone/>
              <a:defRPr sz="1600" b="1"/>
            </a:lvl7pPr>
            <a:lvl8pPr marL="3199939" indent="0">
              <a:buNone/>
              <a:defRPr sz="1600" b="1"/>
            </a:lvl8pPr>
            <a:lvl9pPr marL="3657073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6" y="2174875"/>
            <a:ext cx="4378325" cy="3951288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E8195CA0-3BF6-44EB-94C1-29B0DC3023CF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47327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7965" y="188915"/>
            <a:ext cx="7832725" cy="363537"/>
          </a:xfrm>
          <a:prstGeom prst="rect">
            <a:avLst/>
          </a:prstGeom>
        </p:spPr>
        <p:txBody>
          <a:bodyPr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98B4791F-64A7-4379-B305-51D979AA5DD4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64046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0931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lIns="91427" tIns="45714" rIns="91427" bIns="45714"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  <a:prstGeom prst="rect">
            <a:avLst/>
          </a:prstGeom>
        </p:spPr>
        <p:txBody>
          <a:bodyPr lIns="91427" tIns="45714" rIns="91427" bIns="45714"/>
          <a:lstStyle>
            <a:lvl1pPr marL="0" indent="0">
              <a:buNone/>
              <a:defRPr sz="1400"/>
            </a:lvl1pPr>
            <a:lvl2pPr marL="457134" indent="0">
              <a:buNone/>
              <a:defRPr sz="1200"/>
            </a:lvl2pPr>
            <a:lvl3pPr marL="914268" indent="0">
              <a:buNone/>
              <a:defRPr sz="1000"/>
            </a:lvl3pPr>
            <a:lvl4pPr marL="1371402" indent="0">
              <a:buNone/>
              <a:defRPr sz="900"/>
            </a:lvl4pPr>
            <a:lvl5pPr marL="1828537" indent="0">
              <a:buNone/>
              <a:defRPr sz="900"/>
            </a:lvl5pPr>
            <a:lvl6pPr marL="2285671" indent="0">
              <a:buNone/>
              <a:defRPr sz="900"/>
            </a:lvl6pPr>
            <a:lvl7pPr marL="2742805" indent="0">
              <a:buNone/>
              <a:defRPr sz="900"/>
            </a:lvl7pPr>
            <a:lvl8pPr marL="3199939" indent="0">
              <a:buNone/>
              <a:defRPr sz="900"/>
            </a:lvl8pPr>
            <a:lvl9pPr marL="3657073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B7A80FFA-1FFD-422E-B1DB-A0B060FAE66F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08125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2" y="4800600"/>
            <a:ext cx="5943600" cy="566738"/>
          </a:xfrm>
          <a:prstGeom prst="rect">
            <a:avLst/>
          </a:prstGeom>
        </p:spPr>
        <p:txBody>
          <a:bodyPr lIns="91427" tIns="45714" rIns="91427" bIns="45714"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2" y="612775"/>
            <a:ext cx="5943600" cy="4114800"/>
          </a:xfrm>
          <a:prstGeom prst="rect">
            <a:avLst/>
          </a:prstGeom>
        </p:spPr>
        <p:txBody>
          <a:bodyPr lIns="91427" tIns="45714" rIns="91427" bIns="45714"/>
          <a:lstStyle>
            <a:lvl1pPr marL="0" indent="0">
              <a:buNone/>
              <a:defRPr sz="3200"/>
            </a:lvl1pPr>
            <a:lvl2pPr marL="457134" indent="0">
              <a:buNone/>
              <a:defRPr sz="2800"/>
            </a:lvl2pPr>
            <a:lvl3pPr marL="914268" indent="0">
              <a:buNone/>
              <a:defRPr sz="2400"/>
            </a:lvl3pPr>
            <a:lvl4pPr marL="1371402" indent="0">
              <a:buNone/>
              <a:defRPr sz="2000"/>
            </a:lvl4pPr>
            <a:lvl5pPr marL="1828537" indent="0">
              <a:buNone/>
              <a:defRPr sz="2000"/>
            </a:lvl5pPr>
            <a:lvl6pPr marL="2285671" indent="0">
              <a:buNone/>
              <a:defRPr sz="2000"/>
            </a:lvl6pPr>
            <a:lvl7pPr marL="2742805" indent="0">
              <a:buNone/>
              <a:defRPr sz="2000"/>
            </a:lvl7pPr>
            <a:lvl8pPr marL="3199939" indent="0">
              <a:buNone/>
              <a:defRPr sz="2000"/>
            </a:lvl8pPr>
            <a:lvl9pPr marL="3657073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2" y="5367338"/>
            <a:ext cx="5943600" cy="804862"/>
          </a:xfrm>
          <a:prstGeom prst="rect">
            <a:avLst/>
          </a:prstGeom>
        </p:spPr>
        <p:txBody>
          <a:bodyPr lIns="91427" tIns="45714" rIns="91427" bIns="45714"/>
          <a:lstStyle>
            <a:lvl1pPr marL="0" indent="0">
              <a:buNone/>
              <a:defRPr sz="1400"/>
            </a:lvl1pPr>
            <a:lvl2pPr marL="457134" indent="0">
              <a:buNone/>
              <a:defRPr sz="1200"/>
            </a:lvl2pPr>
            <a:lvl3pPr marL="914268" indent="0">
              <a:buNone/>
              <a:defRPr sz="1000"/>
            </a:lvl3pPr>
            <a:lvl4pPr marL="1371402" indent="0">
              <a:buNone/>
              <a:defRPr sz="900"/>
            </a:lvl4pPr>
            <a:lvl5pPr marL="1828537" indent="0">
              <a:buNone/>
              <a:defRPr sz="900"/>
            </a:lvl5pPr>
            <a:lvl6pPr marL="2285671" indent="0">
              <a:buNone/>
              <a:defRPr sz="900"/>
            </a:lvl6pPr>
            <a:lvl7pPr marL="2742805" indent="0">
              <a:buNone/>
              <a:defRPr sz="900"/>
            </a:lvl7pPr>
            <a:lvl8pPr marL="3199939" indent="0">
              <a:buNone/>
              <a:defRPr sz="900"/>
            </a:lvl8pPr>
            <a:lvl9pPr marL="3657073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2BA9F613-0C12-414F-BBFA-5E42DDCE5A9B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1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7965" y="188915"/>
            <a:ext cx="7832725" cy="363537"/>
          </a:xfrm>
          <a:prstGeom prst="rect">
            <a:avLst/>
          </a:prstGeom>
        </p:spPr>
        <p:txBody>
          <a:bodyPr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38175"/>
            <a:ext cx="8915400" cy="736600"/>
          </a:xfrm>
          <a:prstGeom prst="rect">
            <a:avLst/>
          </a:prstGeom>
        </p:spPr>
        <p:txBody>
          <a:bodyPr vert="eaVert" lIns="91427" tIns="45714" rIns="91427" bIns="45714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ED07FEC7-86A2-4CB1-9065-F5C24619AE59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95819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1838" y="188914"/>
            <a:ext cx="2290762" cy="1185862"/>
          </a:xfrm>
          <a:prstGeom prst="rect">
            <a:avLst/>
          </a:prstGeom>
        </p:spPr>
        <p:txBody>
          <a:bodyPr vert="eaVert"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07966" y="188914"/>
            <a:ext cx="6721475" cy="1185862"/>
          </a:xfrm>
          <a:prstGeom prst="rect">
            <a:avLst/>
          </a:prstGeom>
        </p:spPr>
        <p:txBody>
          <a:bodyPr vert="eaVert" lIns="91427" tIns="45714" rIns="91427" bIns="45714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7F4460A3-0D46-481D-BF3A-1F4D3211C47C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46375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chn\Documents\03. 회사공유\03. 사업지원실\통합마케팅\infra\CJ올리브네트웍스\CJ계열사-로고_CJ올리브네트웍스(가로)_E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404665"/>
            <a:ext cx="2508231" cy="64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7763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7965" y="188915"/>
            <a:ext cx="7832725" cy="363537"/>
          </a:xfrm>
          <a:prstGeom prst="rect">
            <a:avLst/>
          </a:prstGeom>
        </p:spPr>
        <p:txBody>
          <a:bodyPr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38175"/>
            <a:ext cx="8915400" cy="736600"/>
          </a:xfrm>
          <a:prstGeom prst="rect">
            <a:avLst/>
          </a:prstGeom>
        </p:spPr>
        <p:txBody>
          <a:bodyPr lIns="91427" tIns="45714" rIns="91427" bIns="45714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66818BE9-9579-443F-B3BC-1C511821F9E4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90917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  <a:prstGeom prst="rect">
            <a:avLst/>
          </a:prstGeom>
        </p:spPr>
        <p:txBody>
          <a:bodyPr lIns="91427" tIns="45714" rIns="91427" bIns="45714"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  <a:prstGeom prst="rect">
            <a:avLst/>
          </a:prstGeom>
        </p:spPr>
        <p:txBody>
          <a:bodyPr lIns="91427" tIns="45714" rIns="91427" bIns="45714" anchor="b"/>
          <a:lstStyle>
            <a:lvl1pPr marL="0" indent="0">
              <a:buNone/>
              <a:defRPr sz="2000"/>
            </a:lvl1pPr>
            <a:lvl2pPr marL="457134" indent="0">
              <a:buNone/>
              <a:defRPr sz="1800"/>
            </a:lvl2pPr>
            <a:lvl3pPr marL="914268" indent="0">
              <a:buNone/>
              <a:defRPr sz="1600"/>
            </a:lvl3pPr>
            <a:lvl4pPr marL="1371402" indent="0">
              <a:buNone/>
              <a:defRPr sz="1400"/>
            </a:lvl4pPr>
            <a:lvl5pPr marL="1828537" indent="0">
              <a:buNone/>
              <a:defRPr sz="1400"/>
            </a:lvl5pPr>
            <a:lvl6pPr marL="2285671" indent="0">
              <a:buNone/>
              <a:defRPr sz="1400"/>
            </a:lvl6pPr>
            <a:lvl7pPr marL="2742805" indent="0">
              <a:buNone/>
              <a:defRPr sz="1400"/>
            </a:lvl7pPr>
            <a:lvl8pPr marL="3199939" indent="0">
              <a:buNone/>
              <a:defRPr sz="1400"/>
            </a:lvl8pPr>
            <a:lvl9pPr marL="3657073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A59F6CDD-30CC-417A-A0F6-F4E567BD4C50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65309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7965" y="188915"/>
            <a:ext cx="7832725" cy="363537"/>
          </a:xfrm>
          <a:prstGeom prst="rect">
            <a:avLst/>
          </a:prstGeom>
        </p:spPr>
        <p:txBody>
          <a:bodyPr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638175"/>
            <a:ext cx="4381500" cy="7366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91101" y="638175"/>
            <a:ext cx="4381500" cy="7366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A86694AC-C749-4A53-B431-522E86016983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87224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2" y="1535113"/>
            <a:ext cx="4376737" cy="639762"/>
          </a:xfrm>
          <a:prstGeom prst="rect">
            <a:avLst/>
          </a:prstGeom>
        </p:spPr>
        <p:txBody>
          <a:bodyPr lIns="91427" tIns="45714" rIns="91427" bIns="45714" anchor="b"/>
          <a:lstStyle>
            <a:lvl1pPr marL="0" indent="0">
              <a:buNone/>
              <a:defRPr sz="2400" b="1"/>
            </a:lvl1pPr>
            <a:lvl2pPr marL="457134" indent="0">
              <a:buNone/>
              <a:defRPr sz="2000" b="1"/>
            </a:lvl2pPr>
            <a:lvl3pPr marL="914268" indent="0">
              <a:buNone/>
              <a:defRPr sz="1800" b="1"/>
            </a:lvl3pPr>
            <a:lvl4pPr marL="1371402" indent="0">
              <a:buNone/>
              <a:defRPr sz="1600" b="1"/>
            </a:lvl4pPr>
            <a:lvl5pPr marL="1828537" indent="0">
              <a:buNone/>
              <a:defRPr sz="1600" b="1"/>
            </a:lvl5pPr>
            <a:lvl6pPr marL="2285671" indent="0">
              <a:buNone/>
              <a:defRPr sz="1600" b="1"/>
            </a:lvl6pPr>
            <a:lvl7pPr marL="2742805" indent="0">
              <a:buNone/>
              <a:defRPr sz="1600" b="1"/>
            </a:lvl7pPr>
            <a:lvl8pPr marL="3199939" indent="0">
              <a:buNone/>
              <a:defRPr sz="1600" b="1"/>
            </a:lvl8pPr>
            <a:lvl9pPr marL="3657073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2" y="2174875"/>
            <a:ext cx="4376737" cy="3951288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6" y="1535113"/>
            <a:ext cx="4378325" cy="639762"/>
          </a:xfrm>
          <a:prstGeom prst="rect">
            <a:avLst/>
          </a:prstGeom>
        </p:spPr>
        <p:txBody>
          <a:bodyPr lIns="91427" tIns="45714" rIns="91427" bIns="45714" anchor="b"/>
          <a:lstStyle>
            <a:lvl1pPr marL="0" indent="0">
              <a:buNone/>
              <a:defRPr sz="2400" b="1"/>
            </a:lvl1pPr>
            <a:lvl2pPr marL="457134" indent="0">
              <a:buNone/>
              <a:defRPr sz="2000" b="1"/>
            </a:lvl2pPr>
            <a:lvl3pPr marL="914268" indent="0">
              <a:buNone/>
              <a:defRPr sz="1800" b="1"/>
            </a:lvl3pPr>
            <a:lvl4pPr marL="1371402" indent="0">
              <a:buNone/>
              <a:defRPr sz="1600" b="1"/>
            </a:lvl4pPr>
            <a:lvl5pPr marL="1828537" indent="0">
              <a:buNone/>
              <a:defRPr sz="1600" b="1"/>
            </a:lvl5pPr>
            <a:lvl6pPr marL="2285671" indent="0">
              <a:buNone/>
              <a:defRPr sz="1600" b="1"/>
            </a:lvl6pPr>
            <a:lvl7pPr marL="2742805" indent="0">
              <a:buNone/>
              <a:defRPr sz="1600" b="1"/>
            </a:lvl7pPr>
            <a:lvl8pPr marL="3199939" indent="0">
              <a:buNone/>
              <a:defRPr sz="1600" b="1"/>
            </a:lvl8pPr>
            <a:lvl9pPr marL="3657073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6" y="2174875"/>
            <a:ext cx="4378325" cy="3951288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E8195CA0-3BF6-44EB-94C1-29B0DC3023CF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11405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7965" y="188915"/>
            <a:ext cx="7832725" cy="363537"/>
          </a:xfrm>
          <a:prstGeom prst="rect">
            <a:avLst/>
          </a:prstGeom>
        </p:spPr>
        <p:txBody>
          <a:bodyPr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98B4791F-64A7-4379-B305-51D979AA5DD4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06243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1FFFC8F-F6D5-46BD-8E57-9113C781BF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36" y="6463840"/>
            <a:ext cx="1223952" cy="17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5340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lIns="91427" tIns="45714" rIns="91427" bIns="45714"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  <a:prstGeom prst="rect">
            <a:avLst/>
          </a:prstGeom>
        </p:spPr>
        <p:txBody>
          <a:bodyPr lIns="91427" tIns="45714" rIns="91427" bIns="45714"/>
          <a:lstStyle>
            <a:lvl1pPr marL="0" indent="0">
              <a:buNone/>
              <a:defRPr sz="1400"/>
            </a:lvl1pPr>
            <a:lvl2pPr marL="457134" indent="0">
              <a:buNone/>
              <a:defRPr sz="1200"/>
            </a:lvl2pPr>
            <a:lvl3pPr marL="914268" indent="0">
              <a:buNone/>
              <a:defRPr sz="1000"/>
            </a:lvl3pPr>
            <a:lvl4pPr marL="1371402" indent="0">
              <a:buNone/>
              <a:defRPr sz="900"/>
            </a:lvl4pPr>
            <a:lvl5pPr marL="1828537" indent="0">
              <a:buNone/>
              <a:defRPr sz="900"/>
            </a:lvl5pPr>
            <a:lvl6pPr marL="2285671" indent="0">
              <a:buNone/>
              <a:defRPr sz="900"/>
            </a:lvl6pPr>
            <a:lvl7pPr marL="2742805" indent="0">
              <a:buNone/>
              <a:defRPr sz="900"/>
            </a:lvl7pPr>
            <a:lvl8pPr marL="3199939" indent="0">
              <a:buNone/>
              <a:defRPr sz="900"/>
            </a:lvl8pPr>
            <a:lvl9pPr marL="3657073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B7A80FFA-1FFD-422E-B1DB-A0B060FAE66F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2133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2" y="4800600"/>
            <a:ext cx="5943600" cy="566738"/>
          </a:xfrm>
          <a:prstGeom prst="rect">
            <a:avLst/>
          </a:prstGeom>
        </p:spPr>
        <p:txBody>
          <a:bodyPr lIns="91427" tIns="45714" rIns="91427" bIns="45714"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2" y="612775"/>
            <a:ext cx="5943600" cy="4114800"/>
          </a:xfrm>
          <a:prstGeom prst="rect">
            <a:avLst/>
          </a:prstGeom>
        </p:spPr>
        <p:txBody>
          <a:bodyPr lIns="91427" tIns="45714" rIns="91427" bIns="45714"/>
          <a:lstStyle>
            <a:lvl1pPr marL="0" indent="0">
              <a:buNone/>
              <a:defRPr sz="3200"/>
            </a:lvl1pPr>
            <a:lvl2pPr marL="457134" indent="0">
              <a:buNone/>
              <a:defRPr sz="2800"/>
            </a:lvl2pPr>
            <a:lvl3pPr marL="914268" indent="0">
              <a:buNone/>
              <a:defRPr sz="2400"/>
            </a:lvl3pPr>
            <a:lvl4pPr marL="1371402" indent="0">
              <a:buNone/>
              <a:defRPr sz="2000"/>
            </a:lvl4pPr>
            <a:lvl5pPr marL="1828537" indent="0">
              <a:buNone/>
              <a:defRPr sz="2000"/>
            </a:lvl5pPr>
            <a:lvl6pPr marL="2285671" indent="0">
              <a:buNone/>
              <a:defRPr sz="2000"/>
            </a:lvl6pPr>
            <a:lvl7pPr marL="2742805" indent="0">
              <a:buNone/>
              <a:defRPr sz="2000"/>
            </a:lvl7pPr>
            <a:lvl8pPr marL="3199939" indent="0">
              <a:buNone/>
              <a:defRPr sz="2000"/>
            </a:lvl8pPr>
            <a:lvl9pPr marL="3657073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2" y="5367338"/>
            <a:ext cx="5943600" cy="804862"/>
          </a:xfrm>
          <a:prstGeom prst="rect">
            <a:avLst/>
          </a:prstGeom>
        </p:spPr>
        <p:txBody>
          <a:bodyPr lIns="91427" tIns="45714" rIns="91427" bIns="45714"/>
          <a:lstStyle>
            <a:lvl1pPr marL="0" indent="0">
              <a:buNone/>
              <a:defRPr sz="1400"/>
            </a:lvl1pPr>
            <a:lvl2pPr marL="457134" indent="0">
              <a:buNone/>
              <a:defRPr sz="1200"/>
            </a:lvl2pPr>
            <a:lvl3pPr marL="914268" indent="0">
              <a:buNone/>
              <a:defRPr sz="1000"/>
            </a:lvl3pPr>
            <a:lvl4pPr marL="1371402" indent="0">
              <a:buNone/>
              <a:defRPr sz="900"/>
            </a:lvl4pPr>
            <a:lvl5pPr marL="1828537" indent="0">
              <a:buNone/>
              <a:defRPr sz="900"/>
            </a:lvl5pPr>
            <a:lvl6pPr marL="2285671" indent="0">
              <a:buNone/>
              <a:defRPr sz="900"/>
            </a:lvl6pPr>
            <a:lvl7pPr marL="2742805" indent="0">
              <a:buNone/>
              <a:defRPr sz="900"/>
            </a:lvl7pPr>
            <a:lvl8pPr marL="3199939" indent="0">
              <a:buNone/>
              <a:defRPr sz="900"/>
            </a:lvl8pPr>
            <a:lvl9pPr marL="3657073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2BA9F613-0C12-414F-BBFA-5E42DDCE5A9B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85519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7965" y="188915"/>
            <a:ext cx="7832725" cy="363537"/>
          </a:xfrm>
          <a:prstGeom prst="rect">
            <a:avLst/>
          </a:prstGeom>
        </p:spPr>
        <p:txBody>
          <a:bodyPr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38175"/>
            <a:ext cx="8915400" cy="736600"/>
          </a:xfrm>
          <a:prstGeom prst="rect">
            <a:avLst/>
          </a:prstGeom>
        </p:spPr>
        <p:txBody>
          <a:bodyPr vert="eaVert" lIns="91427" tIns="45714" rIns="91427" bIns="45714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ED07FEC7-86A2-4CB1-9065-F5C24619AE59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32023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1838" y="188914"/>
            <a:ext cx="2290762" cy="1185862"/>
          </a:xfrm>
          <a:prstGeom prst="rect">
            <a:avLst/>
          </a:prstGeom>
        </p:spPr>
        <p:txBody>
          <a:bodyPr vert="eaVert"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07966" y="188914"/>
            <a:ext cx="6721475" cy="1185862"/>
          </a:xfrm>
          <a:prstGeom prst="rect">
            <a:avLst/>
          </a:prstGeom>
        </p:spPr>
        <p:txBody>
          <a:bodyPr vert="eaVert" lIns="91427" tIns="45714" rIns="91427" bIns="45714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7F4460A3-0D46-481D-BF3A-1F4D3211C47C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70796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chn\Documents\03. 회사공유\03. 사업지원실\통합마케팅\infra\CJ올리브네트웍스\CJ계열사-로고_CJ올리브네트웍스(가로)_E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404665"/>
            <a:ext cx="2508231" cy="64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74715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7965" y="188915"/>
            <a:ext cx="7832725" cy="363537"/>
          </a:xfrm>
          <a:prstGeom prst="rect">
            <a:avLst/>
          </a:prstGeom>
        </p:spPr>
        <p:txBody>
          <a:bodyPr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38175"/>
            <a:ext cx="8915400" cy="736600"/>
          </a:xfrm>
          <a:prstGeom prst="rect">
            <a:avLst/>
          </a:prstGeom>
        </p:spPr>
        <p:txBody>
          <a:bodyPr lIns="91427" tIns="45714" rIns="91427" bIns="45714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66818BE9-9579-443F-B3BC-1C511821F9E4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1759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  <a:prstGeom prst="rect">
            <a:avLst/>
          </a:prstGeom>
        </p:spPr>
        <p:txBody>
          <a:bodyPr lIns="91427" tIns="45714" rIns="91427" bIns="45714"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  <a:prstGeom prst="rect">
            <a:avLst/>
          </a:prstGeom>
        </p:spPr>
        <p:txBody>
          <a:bodyPr lIns="91427" tIns="45714" rIns="91427" bIns="45714" anchor="b"/>
          <a:lstStyle>
            <a:lvl1pPr marL="0" indent="0">
              <a:buNone/>
              <a:defRPr sz="2000"/>
            </a:lvl1pPr>
            <a:lvl2pPr marL="457134" indent="0">
              <a:buNone/>
              <a:defRPr sz="1800"/>
            </a:lvl2pPr>
            <a:lvl3pPr marL="914268" indent="0">
              <a:buNone/>
              <a:defRPr sz="1600"/>
            </a:lvl3pPr>
            <a:lvl4pPr marL="1371402" indent="0">
              <a:buNone/>
              <a:defRPr sz="1400"/>
            </a:lvl4pPr>
            <a:lvl5pPr marL="1828537" indent="0">
              <a:buNone/>
              <a:defRPr sz="1400"/>
            </a:lvl5pPr>
            <a:lvl6pPr marL="2285671" indent="0">
              <a:buNone/>
              <a:defRPr sz="1400"/>
            </a:lvl6pPr>
            <a:lvl7pPr marL="2742805" indent="0">
              <a:buNone/>
              <a:defRPr sz="1400"/>
            </a:lvl7pPr>
            <a:lvl8pPr marL="3199939" indent="0">
              <a:buNone/>
              <a:defRPr sz="1400"/>
            </a:lvl8pPr>
            <a:lvl9pPr marL="3657073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A59F6CDD-30CC-417A-A0F6-F4E567BD4C50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71245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7965" y="188915"/>
            <a:ext cx="7832725" cy="363537"/>
          </a:xfrm>
          <a:prstGeom prst="rect">
            <a:avLst/>
          </a:prstGeom>
        </p:spPr>
        <p:txBody>
          <a:bodyPr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638175"/>
            <a:ext cx="4381500" cy="7366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91101" y="638175"/>
            <a:ext cx="4381500" cy="7366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A86694AC-C749-4A53-B431-522E86016983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06975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2" y="1535113"/>
            <a:ext cx="4376737" cy="639762"/>
          </a:xfrm>
          <a:prstGeom prst="rect">
            <a:avLst/>
          </a:prstGeom>
        </p:spPr>
        <p:txBody>
          <a:bodyPr lIns="91427" tIns="45714" rIns="91427" bIns="45714" anchor="b"/>
          <a:lstStyle>
            <a:lvl1pPr marL="0" indent="0">
              <a:buNone/>
              <a:defRPr sz="2400" b="1"/>
            </a:lvl1pPr>
            <a:lvl2pPr marL="457134" indent="0">
              <a:buNone/>
              <a:defRPr sz="2000" b="1"/>
            </a:lvl2pPr>
            <a:lvl3pPr marL="914268" indent="0">
              <a:buNone/>
              <a:defRPr sz="1800" b="1"/>
            </a:lvl3pPr>
            <a:lvl4pPr marL="1371402" indent="0">
              <a:buNone/>
              <a:defRPr sz="1600" b="1"/>
            </a:lvl4pPr>
            <a:lvl5pPr marL="1828537" indent="0">
              <a:buNone/>
              <a:defRPr sz="1600" b="1"/>
            </a:lvl5pPr>
            <a:lvl6pPr marL="2285671" indent="0">
              <a:buNone/>
              <a:defRPr sz="1600" b="1"/>
            </a:lvl6pPr>
            <a:lvl7pPr marL="2742805" indent="0">
              <a:buNone/>
              <a:defRPr sz="1600" b="1"/>
            </a:lvl7pPr>
            <a:lvl8pPr marL="3199939" indent="0">
              <a:buNone/>
              <a:defRPr sz="1600" b="1"/>
            </a:lvl8pPr>
            <a:lvl9pPr marL="3657073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2" y="2174875"/>
            <a:ext cx="4376737" cy="3951288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6" y="1535113"/>
            <a:ext cx="4378325" cy="639762"/>
          </a:xfrm>
          <a:prstGeom prst="rect">
            <a:avLst/>
          </a:prstGeom>
        </p:spPr>
        <p:txBody>
          <a:bodyPr lIns="91427" tIns="45714" rIns="91427" bIns="45714" anchor="b"/>
          <a:lstStyle>
            <a:lvl1pPr marL="0" indent="0">
              <a:buNone/>
              <a:defRPr sz="2400" b="1"/>
            </a:lvl1pPr>
            <a:lvl2pPr marL="457134" indent="0">
              <a:buNone/>
              <a:defRPr sz="2000" b="1"/>
            </a:lvl2pPr>
            <a:lvl3pPr marL="914268" indent="0">
              <a:buNone/>
              <a:defRPr sz="1800" b="1"/>
            </a:lvl3pPr>
            <a:lvl4pPr marL="1371402" indent="0">
              <a:buNone/>
              <a:defRPr sz="1600" b="1"/>
            </a:lvl4pPr>
            <a:lvl5pPr marL="1828537" indent="0">
              <a:buNone/>
              <a:defRPr sz="1600" b="1"/>
            </a:lvl5pPr>
            <a:lvl6pPr marL="2285671" indent="0">
              <a:buNone/>
              <a:defRPr sz="1600" b="1"/>
            </a:lvl6pPr>
            <a:lvl7pPr marL="2742805" indent="0">
              <a:buNone/>
              <a:defRPr sz="1600" b="1"/>
            </a:lvl7pPr>
            <a:lvl8pPr marL="3199939" indent="0">
              <a:buNone/>
              <a:defRPr sz="1600" b="1"/>
            </a:lvl8pPr>
            <a:lvl9pPr marL="3657073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6" y="2174875"/>
            <a:ext cx="4378325" cy="3951288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E8195CA0-3BF6-44EB-94C1-29B0DC3023CF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52141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7965" y="188915"/>
            <a:ext cx="7832725" cy="363537"/>
          </a:xfrm>
          <a:prstGeom prst="rect">
            <a:avLst/>
          </a:prstGeom>
        </p:spPr>
        <p:txBody>
          <a:bodyPr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98B4791F-64A7-4379-B305-51D979AA5DD4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85956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677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lIns="91427" tIns="45714" rIns="91427" bIns="45714"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  <a:prstGeom prst="rect">
            <a:avLst/>
          </a:prstGeom>
        </p:spPr>
        <p:txBody>
          <a:bodyPr lIns="91427" tIns="45714" rIns="91427" bIns="45714"/>
          <a:lstStyle>
            <a:lvl1pPr marL="0" indent="0">
              <a:buNone/>
              <a:defRPr sz="1400"/>
            </a:lvl1pPr>
            <a:lvl2pPr marL="457134" indent="0">
              <a:buNone/>
              <a:defRPr sz="1200"/>
            </a:lvl2pPr>
            <a:lvl3pPr marL="914268" indent="0">
              <a:buNone/>
              <a:defRPr sz="1000"/>
            </a:lvl3pPr>
            <a:lvl4pPr marL="1371402" indent="0">
              <a:buNone/>
              <a:defRPr sz="900"/>
            </a:lvl4pPr>
            <a:lvl5pPr marL="1828537" indent="0">
              <a:buNone/>
              <a:defRPr sz="900"/>
            </a:lvl5pPr>
            <a:lvl6pPr marL="2285671" indent="0">
              <a:buNone/>
              <a:defRPr sz="900"/>
            </a:lvl6pPr>
            <a:lvl7pPr marL="2742805" indent="0">
              <a:buNone/>
              <a:defRPr sz="900"/>
            </a:lvl7pPr>
            <a:lvl8pPr marL="3199939" indent="0">
              <a:buNone/>
              <a:defRPr sz="900"/>
            </a:lvl8pPr>
            <a:lvl9pPr marL="3657073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B7A80FFA-1FFD-422E-B1DB-A0B060FAE66F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02926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2" y="4800600"/>
            <a:ext cx="5943600" cy="566738"/>
          </a:xfrm>
          <a:prstGeom prst="rect">
            <a:avLst/>
          </a:prstGeom>
        </p:spPr>
        <p:txBody>
          <a:bodyPr lIns="91427" tIns="45714" rIns="91427" bIns="45714"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2" y="612775"/>
            <a:ext cx="5943600" cy="4114800"/>
          </a:xfrm>
          <a:prstGeom prst="rect">
            <a:avLst/>
          </a:prstGeom>
        </p:spPr>
        <p:txBody>
          <a:bodyPr lIns="91427" tIns="45714" rIns="91427" bIns="45714"/>
          <a:lstStyle>
            <a:lvl1pPr marL="0" indent="0">
              <a:buNone/>
              <a:defRPr sz="3200"/>
            </a:lvl1pPr>
            <a:lvl2pPr marL="457134" indent="0">
              <a:buNone/>
              <a:defRPr sz="2800"/>
            </a:lvl2pPr>
            <a:lvl3pPr marL="914268" indent="0">
              <a:buNone/>
              <a:defRPr sz="2400"/>
            </a:lvl3pPr>
            <a:lvl4pPr marL="1371402" indent="0">
              <a:buNone/>
              <a:defRPr sz="2000"/>
            </a:lvl4pPr>
            <a:lvl5pPr marL="1828537" indent="0">
              <a:buNone/>
              <a:defRPr sz="2000"/>
            </a:lvl5pPr>
            <a:lvl6pPr marL="2285671" indent="0">
              <a:buNone/>
              <a:defRPr sz="2000"/>
            </a:lvl6pPr>
            <a:lvl7pPr marL="2742805" indent="0">
              <a:buNone/>
              <a:defRPr sz="2000"/>
            </a:lvl7pPr>
            <a:lvl8pPr marL="3199939" indent="0">
              <a:buNone/>
              <a:defRPr sz="2000"/>
            </a:lvl8pPr>
            <a:lvl9pPr marL="3657073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2" y="5367338"/>
            <a:ext cx="5943600" cy="804862"/>
          </a:xfrm>
          <a:prstGeom prst="rect">
            <a:avLst/>
          </a:prstGeom>
        </p:spPr>
        <p:txBody>
          <a:bodyPr lIns="91427" tIns="45714" rIns="91427" bIns="45714"/>
          <a:lstStyle>
            <a:lvl1pPr marL="0" indent="0">
              <a:buNone/>
              <a:defRPr sz="1400"/>
            </a:lvl1pPr>
            <a:lvl2pPr marL="457134" indent="0">
              <a:buNone/>
              <a:defRPr sz="1200"/>
            </a:lvl2pPr>
            <a:lvl3pPr marL="914268" indent="0">
              <a:buNone/>
              <a:defRPr sz="1000"/>
            </a:lvl3pPr>
            <a:lvl4pPr marL="1371402" indent="0">
              <a:buNone/>
              <a:defRPr sz="900"/>
            </a:lvl4pPr>
            <a:lvl5pPr marL="1828537" indent="0">
              <a:buNone/>
              <a:defRPr sz="900"/>
            </a:lvl5pPr>
            <a:lvl6pPr marL="2285671" indent="0">
              <a:buNone/>
              <a:defRPr sz="900"/>
            </a:lvl6pPr>
            <a:lvl7pPr marL="2742805" indent="0">
              <a:buNone/>
              <a:defRPr sz="900"/>
            </a:lvl7pPr>
            <a:lvl8pPr marL="3199939" indent="0">
              <a:buNone/>
              <a:defRPr sz="900"/>
            </a:lvl8pPr>
            <a:lvl9pPr marL="3657073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2BA9F613-0C12-414F-BBFA-5E42DDCE5A9B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57838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7965" y="188915"/>
            <a:ext cx="7832725" cy="363537"/>
          </a:xfrm>
          <a:prstGeom prst="rect">
            <a:avLst/>
          </a:prstGeom>
        </p:spPr>
        <p:txBody>
          <a:bodyPr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38175"/>
            <a:ext cx="8915400" cy="736600"/>
          </a:xfrm>
          <a:prstGeom prst="rect">
            <a:avLst/>
          </a:prstGeom>
        </p:spPr>
        <p:txBody>
          <a:bodyPr vert="eaVert" lIns="91427" tIns="45714" rIns="91427" bIns="45714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ED07FEC7-86A2-4CB1-9065-F5C24619AE59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70565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1838" y="188914"/>
            <a:ext cx="2290762" cy="1185862"/>
          </a:xfrm>
          <a:prstGeom prst="rect">
            <a:avLst/>
          </a:prstGeom>
        </p:spPr>
        <p:txBody>
          <a:bodyPr vert="eaVert"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07966" y="188914"/>
            <a:ext cx="6721475" cy="1185862"/>
          </a:xfrm>
          <a:prstGeom prst="rect">
            <a:avLst/>
          </a:prstGeom>
        </p:spPr>
        <p:txBody>
          <a:bodyPr vert="eaVert" lIns="91427" tIns="45714" rIns="91427" bIns="45714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7F4460A3-0D46-481D-BF3A-1F4D3211C47C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72666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chn\Documents\03. 회사공유\03. 사업지원실\통합마케팅\infra\CJ올리브네트웍스\CJ계열사-로고_CJ올리브네트웍스(가로)_E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404665"/>
            <a:ext cx="2508231" cy="64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59101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7965" y="188915"/>
            <a:ext cx="7832725" cy="363537"/>
          </a:xfrm>
          <a:prstGeom prst="rect">
            <a:avLst/>
          </a:prstGeom>
        </p:spPr>
        <p:txBody>
          <a:bodyPr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38175"/>
            <a:ext cx="8915400" cy="736600"/>
          </a:xfrm>
          <a:prstGeom prst="rect">
            <a:avLst/>
          </a:prstGeom>
        </p:spPr>
        <p:txBody>
          <a:bodyPr lIns="91427" tIns="45714" rIns="91427" bIns="45714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66818BE9-9579-443F-B3BC-1C511821F9E4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84543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  <a:prstGeom prst="rect">
            <a:avLst/>
          </a:prstGeom>
        </p:spPr>
        <p:txBody>
          <a:bodyPr lIns="91427" tIns="45714" rIns="91427" bIns="45714"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  <a:prstGeom prst="rect">
            <a:avLst/>
          </a:prstGeom>
        </p:spPr>
        <p:txBody>
          <a:bodyPr lIns="91427" tIns="45714" rIns="91427" bIns="45714" anchor="b"/>
          <a:lstStyle>
            <a:lvl1pPr marL="0" indent="0">
              <a:buNone/>
              <a:defRPr sz="2000"/>
            </a:lvl1pPr>
            <a:lvl2pPr marL="457134" indent="0">
              <a:buNone/>
              <a:defRPr sz="1800"/>
            </a:lvl2pPr>
            <a:lvl3pPr marL="914268" indent="0">
              <a:buNone/>
              <a:defRPr sz="1600"/>
            </a:lvl3pPr>
            <a:lvl4pPr marL="1371402" indent="0">
              <a:buNone/>
              <a:defRPr sz="1400"/>
            </a:lvl4pPr>
            <a:lvl5pPr marL="1828537" indent="0">
              <a:buNone/>
              <a:defRPr sz="1400"/>
            </a:lvl5pPr>
            <a:lvl6pPr marL="2285671" indent="0">
              <a:buNone/>
              <a:defRPr sz="1400"/>
            </a:lvl6pPr>
            <a:lvl7pPr marL="2742805" indent="0">
              <a:buNone/>
              <a:defRPr sz="1400"/>
            </a:lvl7pPr>
            <a:lvl8pPr marL="3199939" indent="0">
              <a:buNone/>
              <a:defRPr sz="1400"/>
            </a:lvl8pPr>
            <a:lvl9pPr marL="3657073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A59F6CDD-30CC-417A-A0F6-F4E567BD4C50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80603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7965" y="188915"/>
            <a:ext cx="7832725" cy="363537"/>
          </a:xfrm>
          <a:prstGeom prst="rect">
            <a:avLst/>
          </a:prstGeom>
        </p:spPr>
        <p:txBody>
          <a:bodyPr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638175"/>
            <a:ext cx="4381500" cy="7366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91101" y="638175"/>
            <a:ext cx="4381500" cy="7366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A86694AC-C749-4A53-B431-522E86016983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589660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2" y="1535113"/>
            <a:ext cx="4376737" cy="639762"/>
          </a:xfrm>
          <a:prstGeom prst="rect">
            <a:avLst/>
          </a:prstGeom>
        </p:spPr>
        <p:txBody>
          <a:bodyPr lIns="91427" tIns="45714" rIns="91427" bIns="45714" anchor="b"/>
          <a:lstStyle>
            <a:lvl1pPr marL="0" indent="0">
              <a:buNone/>
              <a:defRPr sz="2400" b="1"/>
            </a:lvl1pPr>
            <a:lvl2pPr marL="457134" indent="0">
              <a:buNone/>
              <a:defRPr sz="2000" b="1"/>
            </a:lvl2pPr>
            <a:lvl3pPr marL="914268" indent="0">
              <a:buNone/>
              <a:defRPr sz="1800" b="1"/>
            </a:lvl3pPr>
            <a:lvl4pPr marL="1371402" indent="0">
              <a:buNone/>
              <a:defRPr sz="1600" b="1"/>
            </a:lvl4pPr>
            <a:lvl5pPr marL="1828537" indent="0">
              <a:buNone/>
              <a:defRPr sz="1600" b="1"/>
            </a:lvl5pPr>
            <a:lvl6pPr marL="2285671" indent="0">
              <a:buNone/>
              <a:defRPr sz="1600" b="1"/>
            </a:lvl6pPr>
            <a:lvl7pPr marL="2742805" indent="0">
              <a:buNone/>
              <a:defRPr sz="1600" b="1"/>
            </a:lvl7pPr>
            <a:lvl8pPr marL="3199939" indent="0">
              <a:buNone/>
              <a:defRPr sz="1600" b="1"/>
            </a:lvl8pPr>
            <a:lvl9pPr marL="3657073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2" y="2174875"/>
            <a:ext cx="4376737" cy="3951288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6" y="1535113"/>
            <a:ext cx="4378325" cy="639762"/>
          </a:xfrm>
          <a:prstGeom prst="rect">
            <a:avLst/>
          </a:prstGeom>
        </p:spPr>
        <p:txBody>
          <a:bodyPr lIns="91427" tIns="45714" rIns="91427" bIns="45714" anchor="b"/>
          <a:lstStyle>
            <a:lvl1pPr marL="0" indent="0">
              <a:buNone/>
              <a:defRPr sz="2400" b="1"/>
            </a:lvl1pPr>
            <a:lvl2pPr marL="457134" indent="0">
              <a:buNone/>
              <a:defRPr sz="2000" b="1"/>
            </a:lvl2pPr>
            <a:lvl3pPr marL="914268" indent="0">
              <a:buNone/>
              <a:defRPr sz="1800" b="1"/>
            </a:lvl3pPr>
            <a:lvl4pPr marL="1371402" indent="0">
              <a:buNone/>
              <a:defRPr sz="1600" b="1"/>
            </a:lvl4pPr>
            <a:lvl5pPr marL="1828537" indent="0">
              <a:buNone/>
              <a:defRPr sz="1600" b="1"/>
            </a:lvl5pPr>
            <a:lvl6pPr marL="2285671" indent="0">
              <a:buNone/>
              <a:defRPr sz="1600" b="1"/>
            </a:lvl6pPr>
            <a:lvl7pPr marL="2742805" indent="0">
              <a:buNone/>
              <a:defRPr sz="1600" b="1"/>
            </a:lvl7pPr>
            <a:lvl8pPr marL="3199939" indent="0">
              <a:buNone/>
              <a:defRPr sz="1600" b="1"/>
            </a:lvl8pPr>
            <a:lvl9pPr marL="3657073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6" y="2174875"/>
            <a:ext cx="4378325" cy="3951288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E8195CA0-3BF6-44EB-94C1-29B0DC3023CF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13431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7965" y="188915"/>
            <a:ext cx="7832725" cy="363537"/>
          </a:xfrm>
          <a:prstGeom prst="rect">
            <a:avLst/>
          </a:prstGeom>
        </p:spPr>
        <p:txBody>
          <a:bodyPr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98B4791F-64A7-4379-B305-51D979AA5DD4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08394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034657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lIns="91427" tIns="45714" rIns="91427" bIns="45714"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  <a:prstGeom prst="rect">
            <a:avLst/>
          </a:prstGeom>
        </p:spPr>
        <p:txBody>
          <a:bodyPr lIns="91427" tIns="45714" rIns="91427" bIns="45714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  <a:prstGeom prst="rect">
            <a:avLst/>
          </a:prstGeom>
        </p:spPr>
        <p:txBody>
          <a:bodyPr lIns="91427" tIns="45714" rIns="91427" bIns="45714"/>
          <a:lstStyle>
            <a:lvl1pPr marL="0" indent="0">
              <a:buNone/>
              <a:defRPr sz="1400"/>
            </a:lvl1pPr>
            <a:lvl2pPr marL="457134" indent="0">
              <a:buNone/>
              <a:defRPr sz="1200"/>
            </a:lvl2pPr>
            <a:lvl3pPr marL="914268" indent="0">
              <a:buNone/>
              <a:defRPr sz="1000"/>
            </a:lvl3pPr>
            <a:lvl4pPr marL="1371402" indent="0">
              <a:buNone/>
              <a:defRPr sz="900"/>
            </a:lvl4pPr>
            <a:lvl5pPr marL="1828537" indent="0">
              <a:buNone/>
              <a:defRPr sz="900"/>
            </a:lvl5pPr>
            <a:lvl6pPr marL="2285671" indent="0">
              <a:buNone/>
              <a:defRPr sz="900"/>
            </a:lvl6pPr>
            <a:lvl7pPr marL="2742805" indent="0">
              <a:buNone/>
              <a:defRPr sz="900"/>
            </a:lvl7pPr>
            <a:lvl8pPr marL="3199939" indent="0">
              <a:buNone/>
              <a:defRPr sz="900"/>
            </a:lvl8pPr>
            <a:lvl9pPr marL="3657073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B7A80FFA-1FFD-422E-B1DB-A0B060FAE66F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558730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2" y="4800600"/>
            <a:ext cx="5943600" cy="566738"/>
          </a:xfrm>
          <a:prstGeom prst="rect">
            <a:avLst/>
          </a:prstGeom>
        </p:spPr>
        <p:txBody>
          <a:bodyPr lIns="91427" tIns="45714" rIns="91427" bIns="45714"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2" y="612775"/>
            <a:ext cx="5943600" cy="4114800"/>
          </a:xfrm>
          <a:prstGeom prst="rect">
            <a:avLst/>
          </a:prstGeom>
        </p:spPr>
        <p:txBody>
          <a:bodyPr lIns="91427" tIns="45714" rIns="91427" bIns="45714"/>
          <a:lstStyle>
            <a:lvl1pPr marL="0" indent="0">
              <a:buNone/>
              <a:defRPr sz="3200"/>
            </a:lvl1pPr>
            <a:lvl2pPr marL="457134" indent="0">
              <a:buNone/>
              <a:defRPr sz="2800"/>
            </a:lvl2pPr>
            <a:lvl3pPr marL="914268" indent="0">
              <a:buNone/>
              <a:defRPr sz="2400"/>
            </a:lvl3pPr>
            <a:lvl4pPr marL="1371402" indent="0">
              <a:buNone/>
              <a:defRPr sz="2000"/>
            </a:lvl4pPr>
            <a:lvl5pPr marL="1828537" indent="0">
              <a:buNone/>
              <a:defRPr sz="2000"/>
            </a:lvl5pPr>
            <a:lvl6pPr marL="2285671" indent="0">
              <a:buNone/>
              <a:defRPr sz="2000"/>
            </a:lvl6pPr>
            <a:lvl7pPr marL="2742805" indent="0">
              <a:buNone/>
              <a:defRPr sz="2000"/>
            </a:lvl7pPr>
            <a:lvl8pPr marL="3199939" indent="0">
              <a:buNone/>
              <a:defRPr sz="2000"/>
            </a:lvl8pPr>
            <a:lvl9pPr marL="3657073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2" y="5367338"/>
            <a:ext cx="5943600" cy="804862"/>
          </a:xfrm>
          <a:prstGeom prst="rect">
            <a:avLst/>
          </a:prstGeom>
        </p:spPr>
        <p:txBody>
          <a:bodyPr lIns="91427" tIns="45714" rIns="91427" bIns="45714"/>
          <a:lstStyle>
            <a:lvl1pPr marL="0" indent="0">
              <a:buNone/>
              <a:defRPr sz="1400"/>
            </a:lvl1pPr>
            <a:lvl2pPr marL="457134" indent="0">
              <a:buNone/>
              <a:defRPr sz="1200"/>
            </a:lvl2pPr>
            <a:lvl3pPr marL="914268" indent="0">
              <a:buNone/>
              <a:defRPr sz="1000"/>
            </a:lvl3pPr>
            <a:lvl4pPr marL="1371402" indent="0">
              <a:buNone/>
              <a:defRPr sz="900"/>
            </a:lvl4pPr>
            <a:lvl5pPr marL="1828537" indent="0">
              <a:buNone/>
              <a:defRPr sz="900"/>
            </a:lvl5pPr>
            <a:lvl6pPr marL="2285671" indent="0">
              <a:buNone/>
              <a:defRPr sz="900"/>
            </a:lvl6pPr>
            <a:lvl7pPr marL="2742805" indent="0">
              <a:buNone/>
              <a:defRPr sz="900"/>
            </a:lvl7pPr>
            <a:lvl8pPr marL="3199939" indent="0">
              <a:buNone/>
              <a:defRPr sz="900"/>
            </a:lvl8pPr>
            <a:lvl9pPr marL="3657073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2BA9F613-0C12-414F-BBFA-5E42DDCE5A9B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980134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7965" y="188915"/>
            <a:ext cx="7832725" cy="363537"/>
          </a:xfrm>
          <a:prstGeom prst="rect">
            <a:avLst/>
          </a:prstGeom>
        </p:spPr>
        <p:txBody>
          <a:bodyPr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38175"/>
            <a:ext cx="8915400" cy="736600"/>
          </a:xfrm>
          <a:prstGeom prst="rect">
            <a:avLst/>
          </a:prstGeom>
        </p:spPr>
        <p:txBody>
          <a:bodyPr vert="eaVert" lIns="91427" tIns="45714" rIns="91427" bIns="45714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ED07FEC7-86A2-4CB1-9065-F5C24619AE59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77449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1838" y="188914"/>
            <a:ext cx="2290762" cy="1185862"/>
          </a:xfrm>
          <a:prstGeom prst="rect">
            <a:avLst/>
          </a:prstGeom>
        </p:spPr>
        <p:txBody>
          <a:bodyPr vert="eaVert" lIns="91427" tIns="45714" rIns="91427" bIns="4571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07966" y="188914"/>
            <a:ext cx="6721475" cy="1185862"/>
          </a:xfrm>
          <a:prstGeom prst="rect">
            <a:avLst/>
          </a:prstGeom>
        </p:spPr>
        <p:txBody>
          <a:bodyPr vert="eaVert" lIns="91427" tIns="45714" rIns="91427" bIns="45714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2839" y="6399213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lvl1pPr>
              <a:defRPr/>
            </a:lvl1pPr>
          </a:lstStyle>
          <a:p>
            <a:pPr eaLnBrk="1" latinLnBrk="1" hangingPunct="1">
              <a:defRPr/>
            </a:pPr>
            <a:fld id="{7F4460A3-0D46-481D-BF3A-1F4D3211C47C}" type="slidenum">
              <a:rPr lang="en-US" altLang="ko-KR" sz="1000" i="0">
                <a:solidFill>
                  <a:srgbClr val="000000"/>
                </a:solidFill>
                <a:latin typeface="Lucida Sans Unicode" pitchFamily="34" charset="0"/>
                <a:ea typeface="맑은 고딕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411489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08388"/>
            <a:ext cx="9906000" cy="324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80"/>
          <p:cNvSpPr txBox="1">
            <a:spLocks noChangeArrowheads="1"/>
          </p:cNvSpPr>
          <p:nvPr userDrawn="1"/>
        </p:nvSpPr>
        <p:spPr bwMode="auto">
          <a:xfrm>
            <a:off x="1989138" y="6356350"/>
            <a:ext cx="59277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CJ</a:t>
            </a:r>
            <a:r>
              <a:rPr lang="ko-KR" altLang="en-US" sz="900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올리브네트웍스의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사전 승인 없이 본 내용의 전부 또는 일부에 대한 복사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전재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배포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사용을 금합니다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9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 Box 81"/>
          <p:cNvSpPr txBox="1">
            <a:spLocks noChangeArrowheads="1"/>
          </p:cNvSpPr>
          <p:nvPr userDrawn="1"/>
        </p:nvSpPr>
        <p:spPr bwMode="auto">
          <a:xfrm>
            <a:off x="92075" y="260350"/>
            <a:ext cx="29718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eaLnBrk="1" hangingPunct="1"/>
            <a:r>
              <a:rPr lang="ko-KR" altLang="en-US" sz="1400" i="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문서번호 </a:t>
            </a:r>
            <a:r>
              <a:rPr lang="en-US" altLang="ko-KR" sz="1400" i="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SSTS-AG04</a:t>
            </a:r>
            <a:endParaRPr lang="en-US" altLang="ko-KR" sz="1400" b="1" i="0" dirty="0">
              <a:solidFill>
                <a:srgbClr val="FCFDD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Group 104"/>
          <p:cNvGraphicFramePr>
            <a:graphicFrameLocks noGrp="1"/>
          </p:cNvGraphicFramePr>
          <p:nvPr>
            <p:extLst/>
          </p:nvPr>
        </p:nvGraphicFramePr>
        <p:xfrm>
          <a:off x="7437438" y="620713"/>
          <a:ext cx="2216150" cy="597712"/>
        </p:xfrm>
        <a:graphic>
          <a:graphicData uri="http://schemas.openxmlformats.org/drawingml/2006/table">
            <a:tbl>
              <a:tblPr/>
              <a:tblGrid>
                <a:gridCol w="982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Version</a:t>
                      </a:r>
                    </a:p>
                  </a:txBody>
                  <a:tcPr marL="90000" marR="90000" marT="10778" marB="1077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V1.0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marL="90000" marR="90000" marT="10778" marB="1077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2025-03-21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90000" marR="90000" marT="10778" marB="1077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이석호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605757"/>
              </p:ext>
            </p:extLst>
          </p:nvPr>
        </p:nvGraphicFramePr>
        <p:xfrm>
          <a:off x="2468563" y="2276475"/>
          <a:ext cx="6513512" cy="855663"/>
        </p:xfrm>
        <a:graphic>
          <a:graphicData uri="http://schemas.openxmlformats.org/drawingml/2006/table">
            <a:tbl>
              <a:tblPr/>
              <a:tblGrid>
                <a:gridCol w="651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5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신성통상 차세대 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POS 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키오스크 구축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3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아키텍쳐</a:t>
                      </a:r>
                      <a:r>
                        <a:rPr kumimoji="1" lang="ko-KR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설계서</a:t>
                      </a:r>
                    </a:p>
                  </a:txBody>
                  <a:tcPr marL="180000" marR="90000" marT="46803" marB="46803" horzOverflow="overflow">
                    <a:lnL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그림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050" y="5246690"/>
            <a:ext cx="1636713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84CA000-C70D-45B9-A059-AB582F5D3F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332" y="5446384"/>
            <a:ext cx="1636714" cy="24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38734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- </a:t>
            </a:r>
            <a:fld id="{06AE0326-1F87-4FC4-8AC9-EEB3408B10BA}" type="slidenum">
              <a:rPr lang="en-US" altLang="ko-KR"/>
              <a:pPr/>
              <a:t>‹#›</a:t>
            </a:fld>
            <a:r>
              <a:rPr lang="en-US" altLang="ko-KR" dirty="0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27661434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52B3324D-55B8-4DC0-BC3F-F70379C0A51B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0966816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2646FCE0-FE86-458A-B826-6099B2C450C0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8224574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3C7B5CA0-643C-43A4-8B2D-F859B485AF40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420305116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B60A96F6-F9DD-4342-BDC2-08EDD3D0DC79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84244538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97641A7D-8F0C-4BF3-9EA2-89D5FD40C8B6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42553788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B582FF9E-F0B9-4344-B1A3-4D9180A53D65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35751993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CC504033-555C-4F00-8C86-984F3ADBD606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8052885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4AEC8C0C-EF36-4491-9CA4-D41E5980BC17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8428608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84267531-375C-4F8C-B993-37A005EC31EF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68058808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274638"/>
            <a:ext cx="8915400" cy="58515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B0AAB724-5E95-4A99-B089-FBB6838D878E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43736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5"/>
          <p:cNvSpPr>
            <a:spLocks noChangeShapeType="1"/>
          </p:cNvSpPr>
          <p:nvPr userDrawn="1"/>
        </p:nvSpPr>
        <p:spPr bwMode="auto">
          <a:xfrm>
            <a:off x="267487" y="6389688"/>
            <a:ext cx="9360000" cy="0"/>
          </a:xfrm>
          <a:prstGeom prst="line">
            <a:avLst/>
          </a:prstGeom>
          <a:noFill/>
          <a:ln w="1905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70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1813" y="6438900"/>
            <a:ext cx="1223962" cy="31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000" i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 dirty="0"/>
              <a:t>- </a:t>
            </a:r>
            <a:fld id="{9E705A0D-5CE3-4938-A537-B255CFE2E368}" type="slidenum">
              <a:rPr lang="en-US" altLang="ko-KR" smtClean="0"/>
              <a:pPr/>
              <a:t>‹#›</a:t>
            </a:fld>
            <a:r>
              <a:rPr lang="en-US" altLang="ko-KR" dirty="0"/>
              <a:t> -</a:t>
            </a:r>
          </a:p>
        </p:txBody>
      </p:sp>
      <p:pic>
        <p:nvPicPr>
          <p:cNvPr id="1028" name="Picture 47" descr="고객사로고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6738" y="6286500"/>
            <a:ext cx="12033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60" name="Group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997986"/>
              </p:ext>
            </p:extLst>
          </p:nvPr>
        </p:nvGraphicFramePr>
        <p:xfrm>
          <a:off x="267288" y="203200"/>
          <a:ext cx="9360000" cy="679450"/>
        </p:xfrm>
        <a:graphic>
          <a:graphicData uri="http://schemas.openxmlformats.org/drawingml/2006/table">
            <a:tbl>
              <a:tblPr/>
              <a:tblGrid>
                <a:gridCol w="995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2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88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090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54" marB="45754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시스템 체계도</a:t>
                      </a:r>
                      <a:r>
                        <a:rPr kumimoji="1" lang="ko-KR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– </a:t>
                      </a: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시스템명</a:t>
                      </a: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T="45754" marB="4575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endParaRPr kumimoji="1" lang="ko-KR" altLang="ko-K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T="45754" marB="45754" horzOverflow="overflow">
                    <a:lnL>
                      <a:noFill/>
                    </a:lnL>
                    <a:lnR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CJAG-Plan-AG04</a:t>
                      </a:r>
                      <a:endParaRPr kumimoji="1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V1.2</a:t>
                      </a:r>
                      <a:endParaRPr kumimoji="1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2020-01-10</a:t>
                      </a:r>
                      <a:endParaRPr kumimoji="1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품질혁신팀</a:t>
                      </a:r>
                      <a:endParaRPr kumimoji="1" lang="ko-KR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" name="Text Box 90"/>
          <p:cNvSpPr txBox="1">
            <a:spLocks noChangeArrowheads="1"/>
          </p:cNvSpPr>
          <p:nvPr userDrawn="1"/>
        </p:nvSpPr>
        <p:spPr bwMode="auto">
          <a:xfrm>
            <a:off x="7723188" y="268288"/>
            <a:ext cx="17303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ko-KR" altLang="en-US" sz="1000" b="1" i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명 입력</a:t>
            </a:r>
          </a:p>
        </p:txBody>
      </p:sp>
      <p:pic>
        <p:nvPicPr>
          <p:cNvPr id="1049" name="그림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88" y="361950"/>
            <a:ext cx="9842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9pPr>
    </p:titleStyle>
    <p:bodyStyle>
      <a:lvl1pPr marL="92075" indent="-92075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defRPr kumimoji="1" sz="1200" b="1">
          <a:solidFill>
            <a:srgbClr val="006666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377825" indent="-95250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buChar char="q"/>
        <a:defRPr kumimoji="1" sz="1600">
          <a:solidFill>
            <a:schemeClr val="tx1"/>
          </a:solidFill>
          <a:latin typeface="+mn-lt"/>
          <a:ea typeface="+mn-ea"/>
        </a:defRPr>
      </a:lvl2pPr>
      <a:lvl3pPr marL="665163" indent="-90488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3pPr>
      <a:lvl4pPr marL="952500" indent="-9207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200">
          <a:solidFill>
            <a:schemeClr val="tx1"/>
          </a:solidFill>
          <a:latin typeface="+mn-lt"/>
          <a:ea typeface="+mn-ea"/>
        </a:defRPr>
      </a:lvl4pPr>
      <a:lvl5pPr marL="1239838" indent="-9207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5pPr>
      <a:lvl6pPr marL="16970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1542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26114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30686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9" name="Rectangle 9"/>
          <p:cNvSpPr>
            <a:spLocks noChangeArrowheads="1"/>
          </p:cNvSpPr>
          <p:nvPr/>
        </p:nvSpPr>
        <p:spPr bwMode="auto">
          <a:xfrm>
            <a:off x="0" y="53977"/>
            <a:ext cx="9906000" cy="5746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1427" tIns="45714" rIns="91427" bIns="45714" anchor="ctr"/>
          <a:lstStyle/>
          <a:p>
            <a:pPr eaLnBrk="1" latinLnBrk="1" hangingPunct="1">
              <a:defRPr/>
            </a:pPr>
            <a:endParaRPr lang="ko-KR" altLang="en-US" sz="12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  <p:sp>
        <p:nvSpPr>
          <p:cNvPr id="870407" name="Rectangle 7"/>
          <p:cNvSpPr>
            <a:spLocks noChangeArrowheads="1"/>
          </p:cNvSpPr>
          <p:nvPr/>
        </p:nvSpPr>
        <p:spPr bwMode="auto">
          <a:xfrm>
            <a:off x="2432052" y="2"/>
            <a:ext cx="7473950" cy="857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1427" tIns="45714" rIns="91427" bIns="45714" anchor="ctr"/>
          <a:lstStyle/>
          <a:p>
            <a:pPr eaLnBrk="1" latinLnBrk="1" hangingPunct="1">
              <a:defRPr/>
            </a:pPr>
            <a:endParaRPr lang="ko-KR" altLang="en-US" sz="12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  <p:sp>
        <p:nvSpPr>
          <p:cNvPr id="870408" name="Freeform 8"/>
          <p:cNvSpPr>
            <a:spLocks/>
          </p:cNvSpPr>
          <p:nvPr/>
        </p:nvSpPr>
        <p:spPr bwMode="auto">
          <a:xfrm>
            <a:off x="-6349" y="-1588"/>
            <a:ext cx="2609850" cy="90488"/>
          </a:xfrm>
          <a:custGeom>
            <a:avLst/>
            <a:gdLst/>
            <a:ahLst/>
            <a:cxnLst>
              <a:cxn ang="0">
                <a:pos x="0" y="57"/>
              </a:cxn>
              <a:cxn ang="0">
                <a:pos x="1587" y="57"/>
              </a:cxn>
              <a:cxn ang="0">
                <a:pos x="1644" y="0"/>
              </a:cxn>
              <a:cxn ang="0">
                <a:pos x="0" y="0"/>
              </a:cxn>
              <a:cxn ang="0">
                <a:pos x="0" y="57"/>
              </a:cxn>
            </a:cxnLst>
            <a:rect l="0" t="0" r="r" b="b"/>
            <a:pathLst>
              <a:path w="1644" h="57">
                <a:moveTo>
                  <a:pt x="0" y="57"/>
                </a:moveTo>
                <a:lnTo>
                  <a:pt x="1587" y="57"/>
                </a:lnTo>
                <a:lnTo>
                  <a:pt x="1644" y="0"/>
                </a:lnTo>
                <a:lnTo>
                  <a:pt x="0" y="0"/>
                </a:lnTo>
                <a:lnTo>
                  <a:pt x="0" y="57"/>
                </a:lnTo>
                <a:close/>
              </a:path>
            </a:pathLst>
          </a:custGeom>
          <a:solidFill>
            <a:srgbClr val="C0C0C0"/>
          </a:solidFill>
          <a:ln w="9525">
            <a:noFill/>
            <a:round/>
            <a:headEnd/>
            <a:tailEnd/>
          </a:ln>
          <a:effectLst/>
        </p:spPr>
        <p:txBody>
          <a:bodyPr lIns="91427" tIns="45714" rIns="91427" bIns="45714"/>
          <a:lstStyle/>
          <a:p>
            <a:pPr eaLnBrk="1" latinLnBrk="1" hangingPunct="1">
              <a:defRPr/>
            </a:pPr>
            <a:endParaRPr lang="ko-KR" altLang="en-US" sz="12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  <p:pic>
        <p:nvPicPr>
          <p:cNvPr id="10" name="Picture 2" descr="C:\Users\chn\Documents\03. 회사공유\03. 사업지원실\통합마케팅\infra\CJ올리브네트웍스\CJ계열사-로고_CJ올리브네트웍스(가로)_Eng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81" y="6376084"/>
            <a:ext cx="1415831" cy="365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"/>
          <p:cNvSpPr txBox="1">
            <a:spLocks noChangeArrowheads="1"/>
          </p:cNvSpPr>
          <p:nvPr userDrawn="1"/>
        </p:nvSpPr>
        <p:spPr>
          <a:xfrm>
            <a:off x="4376936" y="6453336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en-US" altLang="ko-KR" sz="1200" i="0" dirty="0">
                <a:solidFill>
                  <a:srgbClr val="000000"/>
                </a:solidFill>
                <a:latin typeface="CJ ONLYONE Medium" panose="02020603020101020101" pitchFamily="18" charset="-127"/>
                <a:ea typeface="CJ ONLYONE Medium" panose="02020603020101020101" pitchFamily="18" charset="-127"/>
              </a:rPr>
              <a:t>- </a:t>
            </a:r>
            <a:fld id="{2F1F7307-E65A-4B73-8CC0-71BBA63E4797}" type="slidenum">
              <a:rPr lang="en-US" altLang="ko-KR" sz="1200" i="0" smtClean="0">
                <a:solidFill>
                  <a:srgbClr val="000000"/>
                </a:solidFill>
                <a:latin typeface="CJ ONLYONE Medium" panose="02020603020101020101" pitchFamily="18" charset="-127"/>
                <a:ea typeface="CJ ONLYONE Medium" panose="02020603020101020101" pitchFamily="18" charset="-127"/>
              </a:rPr>
              <a:pPr algn="ctr" eaLnBrk="1" hangingPunct="1">
                <a:defRPr/>
              </a:pPr>
              <a:t>‹#›</a:t>
            </a:fld>
            <a:r>
              <a:rPr lang="en-US" altLang="ko-KR" sz="1200" i="0" dirty="0">
                <a:solidFill>
                  <a:srgbClr val="000000"/>
                </a:solidFill>
                <a:latin typeface="CJ ONLYONE Medium" panose="02020603020101020101" pitchFamily="18" charset="-127"/>
                <a:ea typeface="CJ ONLYONE Medium" panose="02020603020101020101" pitchFamily="18" charset="-127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16768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134" algn="l" rtl="0" fontAlgn="base" latinLnBrk="1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맑은 고딕" pitchFamily="50" charset="-127"/>
          <a:ea typeface="맑은 고딕" pitchFamily="50" charset="-127"/>
        </a:defRPr>
      </a:lvl6pPr>
      <a:lvl7pPr marL="914268" algn="l" rtl="0" fontAlgn="base" latinLnBrk="1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맑은 고딕" pitchFamily="50" charset="-127"/>
          <a:ea typeface="맑은 고딕" pitchFamily="50" charset="-127"/>
        </a:defRPr>
      </a:lvl7pPr>
      <a:lvl8pPr marL="1371402" algn="l" rtl="0" fontAlgn="base" latinLnBrk="1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맑은 고딕" pitchFamily="50" charset="-127"/>
          <a:ea typeface="맑은 고딕" pitchFamily="50" charset="-127"/>
        </a:defRPr>
      </a:lvl8pPr>
      <a:lvl9pPr marL="1828537" algn="l" rtl="0" fontAlgn="base" latinLnBrk="1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맑은 고딕" pitchFamily="50" charset="-127"/>
          <a:ea typeface="맑은 고딕" pitchFamily="50" charset="-127"/>
        </a:defRPr>
      </a:lvl9pPr>
    </p:titleStyle>
    <p:bodyStyle>
      <a:lvl1pPr algn="l" rtl="0" eaLnBrk="0" fontAlgn="base" latinLnBrk="1" hangingPunct="0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  <a:cs typeface="+mn-cs"/>
        </a:defRPr>
      </a:lvl1pPr>
      <a:lvl2pPr marL="826969" indent="-28570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1234897" indent="-228567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1642827" indent="-228567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057104" indent="-228567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238" indent="-22856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372" indent="-22856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8506" indent="-22856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5640" indent="-22856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4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8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2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37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1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05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39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73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9" name="Rectangle 9"/>
          <p:cNvSpPr>
            <a:spLocks noChangeArrowheads="1"/>
          </p:cNvSpPr>
          <p:nvPr/>
        </p:nvSpPr>
        <p:spPr bwMode="auto">
          <a:xfrm>
            <a:off x="0" y="53977"/>
            <a:ext cx="9906000" cy="5746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1427" tIns="45714" rIns="91427" bIns="45714" anchor="ctr"/>
          <a:lstStyle/>
          <a:p>
            <a:pPr eaLnBrk="1" latinLnBrk="1" hangingPunct="1">
              <a:defRPr/>
            </a:pPr>
            <a:endParaRPr lang="ko-KR" altLang="en-US" sz="12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  <p:sp>
        <p:nvSpPr>
          <p:cNvPr id="870407" name="Rectangle 7"/>
          <p:cNvSpPr>
            <a:spLocks noChangeArrowheads="1"/>
          </p:cNvSpPr>
          <p:nvPr userDrawn="1"/>
        </p:nvSpPr>
        <p:spPr bwMode="auto">
          <a:xfrm>
            <a:off x="2432052" y="2"/>
            <a:ext cx="7473950" cy="857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1427" tIns="45714" rIns="91427" bIns="45714" anchor="ctr"/>
          <a:lstStyle/>
          <a:p>
            <a:pPr eaLnBrk="1" latinLnBrk="1" hangingPunct="1">
              <a:defRPr/>
            </a:pPr>
            <a:endParaRPr lang="ko-KR" altLang="en-US" sz="12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  <p:sp>
        <p:nvSpPr>
          <p:cNvPr id="870408" name="Freeform 8"/>
          <p:cNvSpPr>
            <a:spLocks/>
          </p:cNvSpPr>
          <p:nvPr/>
        </p:nvSpPr>
        <p:spPr bwMode="auto">
          <a:xfrm>
            <a:off x="-6349" y="-1588"/>
            <a:ext cx="2609850" cy="90488"/>
          </a:xfrm>
          <a:custGeom>
            <a:avLst/>
            <a:gdLst/>
            <a:ahLst/>
            <a:cxnLst>
              <a:cxn ang="0">
                <a:pos x="0" y="57"/>
              </a:cxn>
              <a:cxn ang="0">
                <a:pos x="1587" y="57"/>
              </a:cxn>
              <a:cxn ang="0">
                <a:pos x="1644" y="0"/>
              </a:cxn>
              <a:cxn ang="0">
                <a:pos x="0" y="0"/>
              </a:cxn>
              <a:cxn ang="0">
                <a:pos x="0" y="57"/>
              </a:cxn>
            </a:cxnLst>
            <a:rect l="0" t="0" r="r" b="b"/>
            <a:pathLst>
              <a:path w="1644" h="57">
                <a:moveTo>
                  <a:pt x="0" y="57"/>
                </a:moveTo>
                <a:lnTo>
                  <a:pt x="1587" y="57"/>
                </a:lnTo>
                <a:lnTo>
                  <a:pt x="1644" y="0"/>
                </a:lnTo>
                <a:lnTo>
                  <a:pt x="0" y="0"/>
                </a:lnTo>
                <a:lnTo>
                  <a:pt x="0" y="57"/>
                </a:lnTo>
                <a:close/>
              </a:path>
            </a:pathLst>
          </a:custGeom>
          <a:solidFill>
            <a:srgbClr val="C0C0C0"/>
          </a:solidFill>
          <a:ln w="9525">
            <a:noFill/>
            <a:round/>
            <a:headEnd/>
            <a:tailEnd/>
          </a:ln>
          <a:effectLst/>
        </p:spPr>
        <p:txBody>
          <a:bodyPr lIns="91427" tIns="45714" rIns="91427" bIns="45714"/>
          <a:lstStyle/>
          <a:p>
            <a:pPr eaLnBrk="1" latinLnBrk="1" hangingPunct="1">
              <a:defRPr/>
            </a:pPr>
            <a:endParaRPr lang="ko-KR" altLang="en-US" sz="12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  <p:pic>
        <p:nvPicPr>
          <p:cNvPr id="10" name="Picture 2" descr="C:\Users\chn\Documents\03. 회사공유\03. 사업지원실\통합마케팅\infra\CJ올리브네트웍스\CJ계열사-로고_CJ올리브네트웍스(가로)_Eng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81" y="6376084"/>
            <a:ext cx="1415831" cy="365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"/>
          <p:cNvSpPr txBox="1">
            <a:spLocks noChangeArrowheads="1"/>
          </p:cNvSpPr>
          <p:nvPr userDrawn="1"/>
        </p:nvSpPr>
        <p:spPr>
          <a:xfrm>
            <a:off x="4376936" y="6453336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en-US" altLang="ko-KR" sz="1200" i="0" dirty="0">
                <a:solidFill>
                  <a:srgbClr val="000000"/>
                </a:solidFill>
                <a:latin typeface="CJ ONLYONE Medium" panose="02020603020101020101" pitchFamily="18" charset="-127"/>
                <a:ea typeface="CJ ONLYONE Medium" panose="02020603020101020101" pitchFamily="18" charset="-127"/>
              </a:rPr>
              <a:t>- </a:t>
            </a:r>
            <a:fld id="{2F1F7307-E65A-4B73-8CC0-71BBA63E4797}" type="slidenum">
              <a:rPr lang="en-US" altLang="ko-KR" sz="1200" i="0" smtClean="0">
                <a:solidFill>
                  <a:srgbClr val="000000"/>
                </a:solidFill>
                <a:latin typeface="CJ ONLYONE Medium" panose="02020603020101020101" pitchFamily="18" charset="-127"/>
                <a:ea typeface="CJ ONLYONE Medium" panose="02020603020101020101" pitchFamily="18" charset="-127"/>
              </a:rPr>
              <a:pPr algn="ctr" eaLnBrk="1" hangingPunct="1">
                <a:defRPr/>
              </a:pPr>
              <a:t>‹#›</a:t>
            </a:fld>
            <a:r>
              <a:rPr lang="en-US" altLang="ko-KR" sz="1200" i="0" dirty="0">
                <a:solidFill>
                  <a:srgbClr val="000000"/>
                </a:solidFill>
                <a:latin typeface="CJ ONLYONE Medium" panose="02020603020101020101" pitchFamily="18" charset="-127"/>
                <a:ea typeface="CJ ONLYONE Medium" panose="02020603020101020101" pitchFamily="18" charset="-127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725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134" algn="l" rtl="0" fontAlgn="base" latinLnBrk="1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맑은 고딕" pitchFamily="50" charset="-127"/>
          <a:ea typeface="맑은 고딕" pitchFamily="50" charset="-127"/>
        </a:defRPr>
      </a:lvl6pPr>
      <a:lvl7pPr marL="914268" algn="l" rtl="0" fontAlgn="base" latinLnBrk="1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맑은 고딕" pitchFamily="50" charset="-127"/>
          <a:ea typeface="맑은 고딕" pitchFamily="50" charset="-127"/>
        </a:defRPr>
      </a:lvl7pPr>
      <a:lvl8pPr marL="1371402" algn="l" rtl="0" fontAlgn="base" latinLnBrk="1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맑은 고딕" pitchFamily="50" charset="-127"/>
          <a:ea typeface="맑은 고딕" pitchFamily="50" charset="-127"/>
        </a:defRPr>
      </a:lvl8pPr>
      <a:lvl9pPr marL="1828537" algn="l" rtl="0" fontAlgn="base" latinLnBrk="1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맑은 고딕" pitchFamily="50" charset="-127"/>
          <a:ea typeface="맑은 고딕" pitchFamily="50" charset="-127"/>
        </a:defRPr>
      </a:lvl9pPr>
    </p:titleStyle>
    <p:bodyStyle>
      <a:lvl1pPr algn="l" rtl="0" eaLnBrk="0" fontAlgn="base" latinLnBrk="1" hangingPunct="0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  <a:cs typeface="+mn-cs"/>
        </a:defRPr>
      </a:lvl1pPr>
      <a:lvl2pPr marL="826969" indent="-28570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1234897" indent="-228567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1642827" indent="-228567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057104" indent="-228567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238" indent="-22856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372" indent="-22856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8506" indent="-22856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5640" indent="-22856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4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8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2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37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1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05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39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73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9" name="Rectangle 9"/>
          <p:cNvSpPr>
            <a:spLocks noChangeArrowheads="1"/>
          </p:cNvSpPr>
          <p:nvPr/>
        </p:nvSpPr>
        <p:spPr bwMode="auto">
          <a:xfrm>
            <a:off x="0" y="53977"/>
            <a:ext cx="9906000" cy="5746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1427" tIns="45714" rIns="91427" bIns="45714" anchor="ctr"/>
          <a:lstStyle/>
          <a:p>
            <a:pPr eaLnBrk="1" latinLnBrk="1" hangingPunct="1">
              <a:defRPr/>
            </a:pPr>
            <a:endParaRPr lang="ko-KR" altLang="en-US" sz="12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  <p:sp>
        <p:nvSpPr>
          <p:cNvPr id="870407" name="Rectangle 7"/>
          <p:cNvSpPr>
            <a:spLocks noChangeArrowheads="1"/>
          </p:cNvSpPr>
          <p:nvPr/>
        </p:nvSpPr>
        <p:spPr bwMode="auto">
          <a:xfrm>
            <a:off x="2432052" y="2"/>
            <a:ext cx="7473950" cy="857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1427" tIns="45714" rIns="91427" bIns="45714" anchor="ctr"/>
          <a:lstStyle/>
          <a:p>
            <a:pPr eaLnBrk="1" latinLnBrk="1" hangingPunct="1">
              <a:defRPr/>
            </a:pPr>
            <a:endParaRPr lang="ko-KR" altLang="en-US" sz="12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  <p:sp>
        <p:nvSpPr>
          <p:cNvPr id="870408" name="Freeform 8"/>
          <p:cNvSpPr>
            <a:spLocks/>
          </p:cNvSpPr>
          <p:nvPr/>
        </p:nvSpPr>
        <p:spPr bwMode="auto">
          <a:xfrm>
            <a:off x="-6349" y="-1588"/>
            <a:ext cx="2609850" cy="90488"/>
          </a:xfrm>
          <a:custGeom>
            <a:avLst/>
            <a:gdLst/>
            <a:ahLst/>
            <a:cxnLst>
              <a:cxn ang="0">
                <a:pos x="0" y="57"/>
              </a:cxn>
              <a:cxn ang="0">
                <a:pos x="1587" y="57"/>
              </a:cxn>
              <a:cxn ang="0">
                <a:pos x="1644" y="0"/>
              </a:cxn>
              <a:cxn ang="0">
                <a:pos x="0" y="0"/>
              </a:cxn>
              <a:cxn ang="0">
                <a:pos x="0" y="57"/>
              </a:cxn>
            </a:cxnLst>
            <a:rect l="0" t="0" r="r" b="b"/>
            <a:pathLst>
              <a:path w="1644" h="57">
                <a:moveTo>
                  <a:pt x="0" y="57"/>
                </a:moveTo>
                <a:lnTo>
                  <a:pt x="1587" y="57"/>
                </a:lnTo>
                <a:lnTo>
                  <a:pt x="1644" y="0"/>
                </a:lnTo>
                <a:lnTo>
                  <a:pt x="0" y="0"/>
                </a:lnTo>
                <a:lnTo>
                  <a:pt x="0" y="57"/>
                </a:lnTo>
                <a:close/>
              </a:path>
            </a:pathLst>
          </a:custGeom>
          <a:solidFill>
            <a:srgbClr val="C0C0C0"/>
          </a:solidFill>
          <a:ln w="9525">
            <a:noFill/>
            <a:round/>
            <a:headEnd/>
            <a:tailEnd/>
          </a:ln>
          <a:effectLst/>
        </p:spPr>
        <p:txBody>
          <a:bodyPr lIns="91427" tIns="45714" rIns="91427" bIns="45714"/>
          <a:lstStyle/>
          <a:p>
            <a:pPr eaLnBrk="1" latinLnBrk="1" hangingPunct="1">
              <a:defRPr/>
            </a:pPr>
            <a:endParaRPr lang="ko-KR" altLang="en-US" sz="12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  <p:pic>
        <p:nvPicPr>
          <p:cNvPr id="10" name="Picture 2" descr="C:\Users\chn\Documents\03. 회사공유\03. 사업지원실\통합마케팅\infra\CJ올리브네트웍스\CJ계열사-로고_CJ올리브네트웍스(가로)_Eng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81" y="6376084"/>
            <a:ext cx="1415831" cy="365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"/>
          <p:cNvSpPr txBox="1">
            <a:spLocks noChangeArrowheads="1"/>
          </p:cNvSpPr>
          <p:nvPr userDrawn="1"/>
        </p:nvSpPr>
        <p:spPr>
          <a:xfrm>
            <a:off x="4376936" y="6453336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en-US" altLang="ko-KR" sz="1200" i="0" dirty="0">
                <a:solidFill>
                  <a:srgbClr val="000000"/>
                </a:solidFill>
                <a:latin typeface="CJ ONLYONE Medium" panose="02020603020101020101" pitchFamily="18" charset="-127"/>
                <a:ea typeface="CJ ONLYONE Medium" panose="02020603020101020101" pitchFamily="18" charset="-127"/>
              </a:rPr>
              <a:t>- </a:t>
            </a:r>
            <a:fld id="{2F1F7307-E65A-4B73-8CC0-71BBA63E4797}" type="slidenum">
              <a:rPr lang="en-US" altLang="ko-KR" sz="1200" i="0" smtClean="0">
                <a:solidFill>
                  <a:srgbClr val="000000"/>
                </a:solidFill>
                <a:latin typeface="CJ ONLYONE Medium" panose="02020603020101020101" pitchFamily="18" charset="-127"/>
                <a:ea typeface="CJ ONLYONE Medium" panose="02020603020101020101" pitchFamily="18" charset="-127"/>
              </a:rPr>
              <a:pPr algn="ctr" eaLnBrk="1" hangingPunct="1">
                <a:defRPr/>
              </a:pPr>
              <a:t>‹#›</a:t>
            </a:fld>
            <a:r>
              <a:rPr lang="en-US" altLang="ko-KR" sz="1200" i="0" dirty="0">
                <a:solidFill>
                  <a:srgbClr val="000000"/>
                </a:solidFill>
                <a:latin typeface="CJ ONLYONE Medium" panose="02020603020101020101" pitchFamily="18" charset="-127"/>
                <a:ea typeface="CJ ONLYONE Medium" panose="02020603020101020101" pitchFamily="18" charset="-127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396198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134" algn="l" rtl="0" fontAlgn="base" latinLnBrk="1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맑은 고딕" pitchFamily="50" charset="-127"/>
          <a:ea typeface="맑은 고딕" pitchFamily="50" charset="-127"/>
        </a:defRPr>
      </a:lvl6pPr>
      <a:lvl7pPr marL="914268" algn="l" rtl="0" fontAlgn="base" latinLnBrk="1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맑은 고딕" pitchFamily="50" charset="-127"/>
          <a:ea typeface="맑은 고딕" pitchFamily="50" charset="-127"/>
        </a:defRPr>
      </a:lvl7pPr>
      <a:lvl8pPr marL="1371402" algn="l" rtl="0" fontAlgn="base" latinLnBrk="1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맑은 고딕" pitchFamily="50" charset="-127"/>
          <a:ea typeface="맑은 고딕" pitchFamily="50" charset="-127"/>
        </a:defRPr>
      </a:lvl8pPr>
      <a:lvl9pPr marL="1828537" algn="l" rtl="0" fontAlgn="base" latinLnBrk="1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맑은 고딕" pitchFamily="50" charset="-127"/>
          <a:ea typeface="맑은 고딕" pitchFamily="50" charset="-127"/>
        </a:defRPr>
      </a:lvl9pPr>
    </p:titleStyle>
    <p:bodyStyle>
      <a:lvl1pPr algn="l" rtl="0" eaLnBrk="0" fontAlgn="base" latinLnBrk="1" hangingPunct="0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  <a:cs typeface="+mn-cs"/>
        </a:defRPr>
      </a:lvl1pPr>
      <a:lvl2pPr marL="826969" indent="-28570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1234897" indent="-228567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1642827" indent="-228567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057104" indent="-228567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238" indent="-22856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372" indent="-22856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8506" indent="-22856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5640" indent="-22856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4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8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2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37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1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05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39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73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9" name="Rectangle 9"/>
          <p:cNvSpPr>
            <a:spLocks noChangeArrowheads="1"/>
          </p:cNvSpPr>
          <p:nvPr/>
        </p:nvSpPr>
        <p:spPr bwMode="auto">
          <a:xfrm>
            <a:off x="0" y="53977"/>
            <a:ext cx="9906000" cy="5746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1427" tIns="45714" rIns="91427" bIns="45714" anchor="ctr"/>
          <a:lstStyle/>
          <a:p>
            <a:pPr eaLnBrk="1" latinLnBrk="1" hangingPunct="1">
              <a:defRPr/>
            </a:pPr>
            <a:endParaRPr lang="ko-KR" altLang="en-US" sz="12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  <p:sp>
        <p:nvSpPr>
          <p:cNvPr id="870407" name="Rectangle 7"/>
          <p:cNvSpPr>
            <a:spLocks noChangeArrowheads="1"/>
          </p:cNvSpPr>
          <p:nvPr/>
        </p:nvSpPr>
        <p:spPr bwMode="auto">
          <a:xfrm>
            <a:off x="2432052" y="2"/>
            <a:ext cx="7473950" cy="857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1427" tIns="45714" rIns="91427" bIns="45714" anchor="ctr"/>
          <a:lstStyle/>
          <a:p>
            <a:pPr eaLnBrk="1" latinLnBrk="1" hangingPunct="1">
              <a:defRPr/>
            </a:pPr>
            <a:endParaRPr lang="ko-KR" altLang="en-US" sz="12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  <p:sp>
        <p:nvSpPr>
          <p:cNvPr id="870408" name="Freeform 8"/>
          <p:cNvSpPr>
            <a:spLocks/>
          </p:cNvSpPr>
          <p:nvPr/>
        </p:nvSpPr>
        <p:spPr bwMode="auto">
          <a:xfrm>
            <a:off x="-6349" y="-1588"/>
            <a:ext cx="2609850" cy="90488"/>
          </a:xfrm>
          <a:custGeom>
            <a:avLst/>
            <a:gdLst/>
            <a:ahLst/>
            <a:cxnLst>
              <a:cxn ang="0">
                <a:pos x="0" y="57"/>
              </a:cxn>
              <a:cxn ang="0">
                <a:pos x="1587" y="57"/>
              </a:cxn>
              <a:cxn ang="0">
                <a:pos x="1644" y="0"/>
              </a:cxn>
              <a:cxn ang="0">
                <a:pos x="0" y="0"/>
              </a:cxn>
              <a:cxn ang="0">
                <a:pos x="0" y="57"/>
              </a:cxn>
            </a:cxnLst>
            <a:rect l="0" t="0" r="r" b="b"/>
            <a:pathLst>
              <a:path w="1644" h="57">
                <a:moveTo>
                  <a:pt x="0" y="57"/>
                </a:moveTo>
                <a:lnTo>
                  <a:pt x="1587" y="57"/>
                </a:lnTo>
                <a:lnTo>
                  <a:pt x="1644" y="0"/>
                </a:lnTo>
                <a:lnTo>
                  <a:pt x="0" y="0"/>
                </a:lnTo>
                <a:lnTo>
                  <a:pt x="0" y="57"/>
                </a:lnTo>
                <a:close/>
              </a:path>
            </a:pathLst>
          </a:custGeom>
          <a:solidFill>
            <a:srgbClr val="C0C0C0"/>
          </a:solidFill>
          <a:ln w="9525">
            <a:noFill/>
            <a:round/>
            <a:headEnd/>
            <a:tailEnd/>
          </a:ln>
          <a:effectLst/>
        </p:spPr>
        <p:txBody>
          <a:bodyPr lIns="91427" tIns="45714" rIns="91427" bIns="45714"/>
          <a:lstStyle/>
          <a:p>
            <a:pPr eaLnBrk="1" latinLnBrk="1" hangingPunct="1">
              <a:defRPr/>
            </a:pPr>
            <a:endParaRPr lang="ko-KR" altLang="en-US" sz="1200" i="0" dirty="0">
              <a:solidFill>
                <a:srgbClr val="000000"/>
              </a:solidFill>
              <a:latin typeface="Lucida Sans Unicode" pitchFamily="34" charset="0"/>
              <a:ea typeface="맑은 고딕" pitchFamily="50" charset="-127"/>
            </a:endParaRPr>
          </a:p>
        </p:txBody>
      </p:sp>
      <p:pic>
        <p:nvPicPr>
          <p:cNvPr id="10" name="Picture 2" descr="C:\Users\chn\Documents\03. 회사공유\03. 사업지원실\통합마케팅\infra\CJ올리브네트웍스\CJ계열사-로고_CJ올리브네트웍스(가로)_Eng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81" y="6376084"/>
            <a:ext cx="1415831" cy="365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"/>
          <p:cNvSpPr txBox="1">
            <a:spLocks noChangeArrowheads="1"/>
          </p:cNvSpPr>
          <p:nvPr userDrawn="1"/>
        </p:nvSpPr>
        <p:spPr>
          <a:xfrm>
            <a:off x="4376936" y="6453336"/>
            <a:ext cx="903288" cy="277812"/>
          </a:xfrm>
          <a:prstGeom prst="rect">
            <a:avLst/>
          </a:prstGeom>
          <a:ln/>
        </p:spPr>
        <p:txBody>
          <a:bodyPr lIns="91427" tIns="45714" rIns="91427" bIns="45714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Lucida Sans Unicode" pitchFamily="34" charset="0"/>
                <a:ea typeface="맑은 고딕" pitchFamily="50" charset="-127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en-US" altLang="ko-KR" sz="1200" i="0" dirty="0">
                <a:solidFill>
                  <a:srgbClr val="000000"/>
                </a:solidFill>
                <a:latin typeface="CJ ONLYONE Medium" panose="02020603020101020101" pitchFamily="18" charset="-127"/>
                <a:ea typeface="CJ ONLYONE Medium" panose="02020603020101020101" pitchFamily="18" charset="-127"/>
              </a:rPr>
              <a:t>- </a:t>
            </a:r>
            <a:fld id="{2F1F7307-E65A-4B73-8CC0-71BBA63E4797}" type="slidenum">
              <a:rPr lang="en-US" altLang="ko-KR" sz="1200" i="0" smtClean="0">
                <a:solidFill>
                  <a:srgbClr val="000000"/>
                </a:solidFill>
                <a:latin typeface="CJ ONLYONE Medium" panose="02020603020101020101" pitchFamily="18" charset="-127"/>
                <a:ea typeface="CJ ONLYONE Medium" panose="02020603020101020101" pitchFamily="18" charset="-127"/>
              </a:rPr>
              <a:pPr algn="ctr" eaLnBrk="1" hangingPunct="1">
                <a:defRPr/>
              </a:pPr>
              <a:t>‹#›</a:t>
            </a:fld>
            <a:r>
              <a:rPr lang="en-US" altLang="ko-KR" sz="1200" i="0" dirty="0">
                <a:solidFill>
                  <a:srgbClr val="000000"/>
                </a:solidFill>
                <a:latin typeface="CJ ONLYONE Medium" panose="02020603020101020101" pitchFamily="18" charset="-127"/>
                <a:ea typeface="CJ ONLYONE Medium" panose="02020603020101020101" pitchFamily="18" charset="-127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57377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134" algn="l" rtl="0" fontAlgn="base" latinLnBrk="1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맑은 고딕" pitchFamily="50" charset="-127"/>
          <a:ea typeface="맑은 고딕" pitchFamily="50" charset="-127"/>
        </a:defRPr>
      </a:lvl6pPr>
      <a:lvl7pPr marL="914268" algn="l" rtl="0" fontAlgn="base" latinLnBrk="1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맑은 고딕" pitchFamily="50" charset="-127"/>
          <a:ea typeface="맑은 고딕" pitchFamily="50" charset="-127"/>
        </a:defRPr>
      </a:lvl7pPr>
      <a:lvl8pPr marL="1371402" algn="l" rtl="0" fontAlgn="base" latinLnBrk="1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맑은 고딕" pitchFamily="50" charset="-127"/>
          <a:ea typeface="맑은 고딕" pitchFamily="50" charset="-127"/>
        </a:defRPr>
      </a:lvl8pPr>
      <a:lvl9pPr marL="1828537" algn="l" rtl="0" fontAlgn="base" latinLnBrk="1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맑은 고딕" pitchFamily="50" charset="-127"/>
          <a:ea typeface="맑은 고딕" pitchFamily="50" charset="-127"/>
        </a:defRPr>
      </a:lvl9pPr>
    </p:titleStyle>
    <p:bodyStyle>
      <a:lvl1pPr algn="l" rtl="0" eaLnBrk="0" fontAlgn="base" latinLnBrk="1" hangingPunct="0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  <a:cs typeface="+mn-cs"/>
        </a:defRPr>
      </a:lvl1pPr>
      <a:lvl2pPr marL="826969" indent="-28570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1234897" indent="-228567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1642827" indent="-228567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057104" indent="-228567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238" indent="-22856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372" indent="-22856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8506" indent="-22856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5640" indent="-22856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4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8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2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37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1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05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39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73" algn="l" defTabSz="91426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5"/>
          <p:cNvSpPr>
            <a:spLocks noChangeShapeType="1"/>
          </p:cNvSpPr>
          <p:nvPr userDrawn="1"/>
        </p:nvSpPr>
        <p:spPr bwMode="auto">
          <a:xfrm>
            <a:off x="267487" y="6389688"/>
            <a:ext cx="9360000" cy="0"/>
          </a:xfrm>
          <a:prstGeom prst="line">
            <a:avLst/>
          </a:prstGeom>
          <a:noFill/>
          <a:ln w="1905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70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1813" y="6438900"/>
            <a:ext cx="1223962" cy="31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000" i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 dirty="0"/>
              <a:t>- </a:t>
            </a:r>
            <a:fld id="{9E705A0D-5CE3-4938-A537-B255CFE2E368}" type="slidenum">
              <a:rPr lang="en-US" altLang="ko-KR" smtClean="0"/>
              <a:pPr/>
              <a:t>‹#›</a:t>
            </a:fld>
            <a:r>
              <a:rPr lang="en-US" altLang="ko-KR" dirty="0"/>
              <a:t> -</a:t>
            </a:r>
          </a:p>
        </p:txBody>
      </p:sp>
      <p:graphicFrame>
        <p:nvGraphicFramePr>
          <p:cNvPr id="1260" name="Group 236"/>
          <p:cNvGraphicFramePr>
            <a:graphicFrameLocks noGrp="1"/>
          </p:cNvGraphicFramePr>
          <p:nvPr>
            <p:extLst/>
          </p:nvPr>
        </p:nvGraphicFramePr>
        <p:xfrm>
          <a:off x="267288" y="203200"/>
          <a:ext cx="9360000" cy="679450"/>
        </p:xfrm>
        <a:graphic>
          <a:graphicData uri="http://schemas.openxmlformats.org/drawingml/2006/table">
            <a:tbl>
              <a:tblPr/>
              <a:tblGrid>
                <a:gridCol w="995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2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88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090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54" marB="45754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ko-KR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아키텍쳐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설계서</a:t>
                      </a: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54" marB="4575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endParaRPr kumimoji="1" lang="ko-KR" altLang="ko-K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54" marB="45754" horzOverflow="overflow">
                    <a:lnL>
                      <a:noFill/>
                    </a:lnL>
                    <a:lnR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SSTS-AG04</a:t>
                      </a:r>
                      <a:endParaRPr kumimoji="1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V1.0</a:t>
                      </a:r>
                      <a:endParaRPr kumimoji="1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2025-03-21</a:t>
                      </a:r>
                      <a:endParaRPr kumimoji="1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이석호</a:t>
                      </a:r>
                      <a:endParaRPr kumimoji="1" lang="ko-KR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" name="Text Box 90"/>
          <p:cNvSpPr txBox="1">
            <a:spLocks noChangeArrowheads="1"/>
          </p:cNvSpPr>
          <p:nvPr userDrawn="1"/>
        </p:nvSpPr>
        <p:spPr bwMode="auto">
          <a:xfrm>
            <a:off x="6118860" y="268288"/>
            <a:ext cx="333470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ko-KR" altLang="en-US" sz="1000" b="1" i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신성통상 차세대 </a:t>
            </a:r>
            <a:r>
              <a:rPr lang="en-US" altLang="ko-KR" sz="1000" b="1" i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 </a:t>
            </a:r>
            <a:r>
              <a:rPr lang="ko-KR" altLang="en-US" sz="1000" b="1" i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키오스크 구축</a:t>
            </a:r>
          </a:p>
        </p:txBody>
      </p:sp>
      <p:pic>
        <p:nvPicPr>
          <p:cNvPr id="1049" name="그림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88" y="361950"/>
            <a:ext cx="9842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0BC8178-1735-43DA-90C2-EBC5AA78A72B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36" y="6463840"/>
            <a:ext cx="1223952" cy="17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66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9pPr>
    </p:titleStyle>
    <p:bodyStyle>
      <a:lvl1pPr marL="92075" indent="-92075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defRPr kumimoji="1" sz="1200" b="1">
          <a:solidFill>
            <a:srgbClr val="006666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377825" indent="-95250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buChar char="q"/>
        <a:defRPr kumimoji="1" sz="1600">
          <a:solidFill>
            <a:schemeClr val="tx1"/>
          </a:solidFill>
          <a:latin typeface="+mn-lt"/>
          <a:ea typeface="+mn-ea"/>
        </a:defRPr>
      </a:lvl2pPr>
      <a:lvl3pPr marL="665163" indent="-90488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3pPr>
      <a:lvl4pPr marL="952500" indent="-9207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200">
          <a:solidFill>
            <a:schemeClr val="tx1"/>
          </a:solidFill>
          <a:latin typeface="+mn-lt"/>
          <a:ea typeface="+mn-ea"/>
        </a:defRPr>
      </a:lvl4pPr>
      <a:lvl5pPr marL="1239838" indent="-9207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5pPr>
      <a:lvl6pPr marL="16970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1542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26114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30686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8.bin"/><Relationship Id="rId18" Type="http://schemas.openxmlformats.org/officeDocument/2006/relationships/oleObject" Target="../embeddings/oleObject13.bin"/><Relationship Id="rId26" Type="http://schemas.openxmlformats.org/officeDocument/2006/relationships/image" Target="../media/image12.png"/><Relationship Id="rId3" Type="http://schemas.openxmlformats.org/officeDocument/2006/relationships/image" Target="../media/image9.jpeg"/><Relationship Id="rId21" Type="http://schemas.openxmlformats.org/officeDocument/2006/relationships/oleObject" Target="../embeddings/oleObject16.bin"/><Relationship Id="rId7" Type="http://schemas.openxmlformats.org/officeDocument/2006/relationships/oleObject" Target="../embeddings/oleObject2.bin"/><Relationship Id="rId12" Type="http://schemas.openxmlformats.org/officeDocument/2006/relationships/oleObject" Target="../embeddings/oleObject7.bin"/><Relationship Id="rId17" Type="http://schemas.openxmlformats.org/officeDocument/2006/relationships/oleObject" Target="../embeddings/oleObject12.bin"/><Relationship Id="rId25" Type="http://schemas.openxmlformats.org/officeDocument/2006/relationships/image" Target="../media/image11.png"/><Relationship Id="rId2" Type="http://schemas.openxmlformats.org/officeDocument/2006/relationships/slideLayout" Target="../slideLayouts/slideLayout30.xml"/><Relationship Id="rId16" Type="http://schemas.openxmlformats.org/officeDocument/2006/relationships/oleObject" Target="../embeddings/oleObject11.bin"/><Relationship Id="rId20" Type="http://schemas.openxmlformats.org/officeDocument/2006/relationships/oleObject" Target="../embeddings/oleObject15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emf"/><Relationship Id="rId11" Type="http://schemas.openxmlformats.org/officeDocument/2006/relationships/oleObject" Target="../embeddings/oleObject6.bin"/><Relationship Id="rId24" Type="http://schemas.openxmlformats.org/officeDocument/2006/relationships/hyperlink" Target="http://www.google.co.kr/url?sa=i&amp;rct=j&amp;q=&amp;esrc=s&amp;source=images&amp;cd=&amp;cad=rja&amp;uact=8&amp;docid=FpA9x13Z-UCOzM&amp;tbnid=LwV2utNjomwpsM:&amp;ved=0CAUQjRw&amp;url=http://ifresco.co.uk/category.php?p=Apple&amp;ei=KIFsU_ypJ4vKkQX-oIDIAw&amp;bvm=bv.66330100,d.dGI&amp;psig=AFQjCNHUyYNmO2dkEt3m-w4pSNfrO0oEbw&amp;ust=1399706208859523" TargetMode="External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18.bin"/><Relationship Id="rId10" Type="http://schemas.openxmlformats.org/officeDocument/2006/relationships/oleObject" Target="../embeddings/oleObject5.bin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10.png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9.bin"/><Relationship Id="rId22" Type="http://schemas.openxmlformats.org/officeDocument/2006/relationships/oleObject" Target="../embeddings/oleObject1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jpeg"/><Relationship Id="rId3" Type="http://schemas.openxmlformats.org/officeDocument/2006/relationships/hyperlink" Target="http://www.google.co.kr/url?sa=i&amp;rct=j&amp;q=&amp;esrc=s&amp;source=images&amp;cd=&amp;cad=rja&amp;uact=8&amp;docid=FpA9x13Z-UCOzM&amp;tbnid=LwV2utNjomwpsM:&amp;ved=0CAUQjRw&amp;url=http://ifresco.co.uk/category.php?p=Apple&amp;ei=KIFsU_ypJ4vKkQX-oIDIAw&amp;bvm=bv.66330100,d.dGI&amp;psig=AFQjCNHUyYNmO2dkEt3m-w4pSNfrO0oEbw&amp;ust=1399706208859523" TargetMode="External"/><Relationship Id="rId7" Type="http://schemas.openxmlformats.org/officeDocument/2006/relationships/image" Target="../media/image14.png"/><Relationship Id="rId12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3.png"/><Relationship Id="rId11" Type="http://schemas.openxmlformats.org/officeDocument/2006/relationships/image" Target="../media/image18.jpe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jpe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oleObject" Target="../embeddings/oleObject24.bin"/><Relationship Id="rId3" Type="http://schemas.openxmlformats.org/officeDocument/2006/relationships/oleObject" Target="../embeddings/oleObject19.bin"/><Relationship Id="rId7" Type="http://schemas.openxmlformats.org/officeDocument/2006/relationships/hyperlink" Target="http://www.google.co.kr/url?sa=i&amp;rct=j&amp;q=&amp;esrc=s&amp;source=images&amp;cd=&amp;cad=rja&amp;uact=8&amp;docid=FpA9x13Z-UCOzM&amp;tbnid=LwV2utNjomwpsM:&amp;ved=0CAUQjRw&amp;url=http://ifresco.co.uk/category.php?p=Apple&amp;ei=KIFsU_ypJ4vKkQX-oIDIAw&amp;bvm=bv.66330100,d.dGI&amp;psig=AFQjCNHUyYNmO2dkEt3m-w4pSNfrO0oEbw&amp;ust=1399706208859523" TargetMode="External"/><Relationship Id="rId12" Type="http://schemas.openxmlformats.org/officeDocument/2006/relationships/oleObject" Target="../embeddings/oleObject23.bin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30.xml"/><Relationship Id="rId16" Type="http://schemas.openxmlformats.org/officeDocument/2006/relationships/oleObject" Target="../embeddings/oleObject27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1.bin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9.jpeg"/><Relationship Id="rId4" Type="http://schemas.openxmlformats.org/officeDocument/2006/relationships/image" Target="../media/image8.emf"/><Relationship Id="rId9" Type="http://schemas.openxmlformats.org/officeDocument/2006/relationships/image" Target="../media/image12.png"/><Relationship Id="rId14" Type="http://schemas.openxmlformats.org/officeDocument/2006/relationships/oleObject" Target="../embeddings/oleObject2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oleObject" Target="../embeddings/oleObject35.bin"/><Relationship Id="rId3" Type="http://schemas.openxmlformats.org/officeDocument/2006/relationships/oleObject" Target="../embeddings/oleObject29.bin"/><Relationship Id="rId7" Type="http://schemas.openxmlformats.org/officeDocument/2006/relationships/image" Target="../media/image11.png"/><Relationship Id="rId12" Type="http://schemas.openxmlformats.org/officeDocument/2006/relationships/oleObject" Target="../embeddings/oleObject34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3.vml"/><Relationship Id="rId6" Type="http://schemas.openxmlformats.org/officeDocument/2006/relationships/hyperlink" Target="http://www.google.co.kr/url?sa=i&amp;rct=j&amp;q=&amp;esrc=s&amp;source=images&amp;cd=&amp;cad=rja&amp;uact=8&amp;docid=FpA9x13Z-UCOzM&amp;tbnid=LwV2utNjomwpsM:&amp;ved=0CAUQjRw&amp;url=http://ifresco.co.uk/category.php?p=Apple&amp;ei=KIFsU_ypJ4vKkQX-oIDIAw&amp;bvm=bv.66330100,d.dGI&amp;psig=AFQjCNHUyYNmO2dkEt3m-w4pSNfrO0oEbw&amp;ust=1399706208859523" TargetMode="External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oleObject" Target="../embeddings/oleObject32.bin"/><Relationship Id="rId4" Type="http://schemas.openxmlformats.org/officeDocument/2006/relationships/image" Target="../media/image8.emf"/><Relationship Id="rId9" Type="http://schemas.openxmlformats.org/officeDocument/2006/relationships/oleObject" Target="../embeddings/oleObject31.bin"/><Relationship Id="rId14" Type="http://schemas.openxmlformats.org/officeDocument/2006/relationships/oleObject" Target="../embeddings/oleObject36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383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itchFamily="50" charset="-127"/>
                <a:cs typeface="+mn-cs"/>
              </a:rPr>
              <a:t>- </a:t>
            </a:r>
            <a:fld id="{BD33F581-EE17-4F68-9C84-654CA818DE80}" type="slidenum"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itchFamily="50" charset="-127"/>
                <a:cs typeface="+mn-cs"/>
              </a:rPr>
              <a:t> -</a:t>
            </a:r>
          </a:p>
        </p:txBody>
      </p:sp>
      <p:graphicFrame>
        <p:nvGraphicFramePr>
          <p:cNvPr id="213386" name="Group 394"/>
          <p:cNvGraphicFramePr>
            <a:graphicFrameLocks noGrp="1"/>
          </p:cNvGraphicFramePr>
          <p:nvPr>
            <p:extLst/>
          </p:nvPr>
        </p:nvGraphicFramePr>
        <p:xfrm>
          <a:off x="392113" y="1665288"/>
          <a:ext cx="9132887" cy="3901664"/>
        </p:xfrm>
        <a:graphic>
          <a:graphicData uri="http://schemas.openxmlformats.org/drawingml/2006/table">
            <a:tbl>
              <a:tblPr/>
              <a:tblGrid>
                <a:gridCol w="725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0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7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" action="ppaction://noaction"/>
                        </a:rPr>
                        <a:t>[1]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개정사유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" action="ppaction://noaction"/>
                        </a:rPr>
                        <a:t>[2]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개정내역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2025-03-21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 제정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이석호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오승헌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1388" name="Rectangle 391"/>
          <p:cNvSpPr>
            <a:spLocks noChangeArrowheads="1"/>
          </p:cNvSpPr>
          <p:nvPr/>
        </p:nvSpPr>
        <p:spPr bwMode="auto">
          <a:xfrm>
            <a:off x="4358126" y="1159153"/>
            <a:ext cx="11897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개정 이력</a:t>
            </a:r>
          </a:p>
        </p:txBody>
      </p:sp>
      <p:sp>
        <p:nvSpPr>
          <p:cNvPr id="11390" name="Rectangle 393"/>
          <p:cNvSpPr>
            <a:spLocks noChangeArrowheads="1"/>
          </p:cNvSpPr>
          <p:nvPr/>
        </p:nvSpPr>
        <p:spPr bwMode="auto">
          <a:xfrm>
            <a:off x="336550" y="5890697"/>
            <a:ext cx="45672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hlinkClick r:id="" action="ppaction://noaction"/>
              </a:rPr>
              <a:t>[1]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개정 사유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제정 또는 개정 내용이 이전 문서에 대해 추가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수정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삭제인지 선택 기입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hlinkClick r:id="" action="ppaction://noaction"/>
              </a:rPr>
              <a:t>[2]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개정 내역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개정이 발생하는 페이지 번호와 변경 내용을 기술</a:t>
            </a:r>
          </a:p>
        </p:txBody>
      </p:sp>
    </p:spTree>
    <p:extLst>
      <p:ext uri="{BB962C8B-B14F-4D97-AF65-F5344CB8AC3E}">
        <p14:creationId xmlns:p14="http://schemas.microsoft.com/office/powerpoint/2010/main" val="1883609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1141414" y="1592263"/>
            <a:ext cx="5040659" cy="1741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square" lIns="79188" tIns="39594" rIns="79188" bIns="39594">
            <a:spAutoFit/>
          </a:bodyPr>
          <a:lstStyle>
            <a:lvl1pPr marL="203200" indent="-2032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r" eaLnBrk="0" fontAlgn="base" hangingPunct="0">
              <a:spcBef>
                <a:spcPct val="4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r" eaLnBrk="0" fontAlgn="base" hangingPunct="0">
              <a:spcBef>
                <a:spcPct val="4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r" eaLnBrk="0" fontAlgn="base" hangingPunct="0">
              <a:spcBef>
                <a:spcPct val="4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r" eaLnBrk="0" fontAlgn="base" hangingPunct="0">
              <a:spcBef>
                <a:spcPct val="4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lnSpc>
                <a:spcPct val="150000"/>
              </a:lnSpc>
              <a:buFontTx/>
              <a:buAutoNum type="arabicPeriod"/>
            </a:pPr>
            <a:r>
              <a:rPr lang="ko-KR" altLang="en-US" sz="1800" i="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ko-KR" sz="1800" i="0" dirty="0">
                <a:solidFill>
                  <a:srgbClr val="000000"/>
                </a:solidFill>
                <a:latin typeface="+mn-ea"/>
                <a:ea typeface="+mn-ea"/>
              </a:rPr>
              <a:t>OOO </a:t>
            </a:r>
            <a:r>
              <a:rPr lang="ko-KR" altLang="en-US" sz="1800" i="0" dirty="0">
                <a:solidFill>
                  <a:srgbClr val="000000"/>
                </a:solidFill>
                <a:latin typeface="+mn-ea"/>
                <a:ea typeface="+mn-ea"/>
              </a:rPr>
              <a:t>시스템 구성도</a:t>
            </a:r>
            <a:endParaRPr lang="en-US" altLang="ko-KR" sz="1800" i="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latinLnBrk="1" hangingPunct="1">
              <a:lnSpc>
                <a:spcPct val="150000"/>
              </a:lnSpc>
              <a:buFontTx/>
              <a:buAutoNum type="arabicPeriod"/>
            </a:pPr>
            <a:r>
              <a:rPr lang="en-US" altLang="ko-KR" sz="1800" i="0" dirty="0">
                <a:solidFill>
                  <a:srgbClr val="000000"/>
                </a:solidFill>
                <a:latin typeface="+mn-ea"/>
                <a:ea typeface="+mn-ea"/>
              </a:rPr>
              <a:t> OOO </a:t>
            </a:r>
            <a:r>
              <a:rPr lang="ko-KR" altLang="en-US" sz="1800" i="0" dirty="0">
                <a:solidFill>
                  <a:srgbClr val="000000"/>
                </a:solidFill>
                <a:latin typeface="+mn-ea"/>
                <a:ea typeface="+mn-ea"/>
              </a:rPr>
              <a:t>인프라 구성도</a:t>
            </a:r>
            <a:endParaRPr lang="en-US" altLang="ko-KR" sz="1800" i="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latinLnBrk="1" hangingPunct="1">
              <a:lnSpc>
                <a:spcPct val="150000"/>
              </a:lnSpc>
              <a:buFontTx/>
              <a:buAutoNum type="arabicPeriod"/>
            </a:pPr>
            <a:r>
              <a:rPr lang="en-US" altLang="ko-KR" sz="1800" i="0" dirty="0">
                <a:solidFill>
                  <a:srgbClr val="000000"/>
                </a:solidFill>
                <a:latin typeface="+mn-ea"/>
                <a:ea typeface="+mn-ea"/>
              </a:rPr>
              <a:t> OOO </a:t>
            </a:r>
            <a:r>
              <a:rPr lang="ko-KR" altLang="en-US" sz="1800" i="0" dirty="0">
                <a:solidFill>
                  <a:srgbClr val="000000"/>
                </a:solidFill>
                <a:latin typeface="+mn-ea"/>
                <a:ea typeface="+mn-ea"/>
              </a:rPr>
              <a:t>시스템</a:t>
            </a:r>
            <a:r>
              <a:rPr lang="en-US" altLang="ko-KR" sz="1800" i="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800" i="0" dirty="0">
                <a:solidFill>
                  <a:srgbClr val="000000"/>
                </a:solidFill>
                <a:latin typeface="+mn-ea"/>
                <a:ea typeface="+mn-ea"/>
              </a:rPr>
              <a:t>세부 구성도</a:t>
            </a:r>
            <a:endParaRPr lang="en-US" altLang="ko-KR" sz="1800" i="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latinLnBrk="1" hangingPunct="1">
              <a:lnSpc>
                <a:spcPct val="150000"/>
              </a:lnSpc>
              <a:buFontTx/>
              <a:buAutoNum type="arabicPeriod"/>
            </a:pPr>
            <a:r>
              <a:rPr lang="en-US" altLang="ko-KR" sz="1800" i="0" dirty="0">
                <a:solidFill>
                  <a:srgbClr val="000000"/>
                </a:solidFill>
                <a:latin typeface="+mn-ea"/>
                <a:ea typeface="+mn-ea"/>
              </a:rPr>
              <a:t> OOO </a:t>
            </a:r>
            <a:r>
              <a:rPr lang="ko-KR" altLang="en-US" sz="1800" i="0" dirty="0">
                <a:solidFill>
                  <a:srgbClr val="000000"/>
                </a:solidFill>
                <a:latin typeface="+mn-ea"/>
                <a:ea typeface="+mn-ea"/>
              </a:rPr>
              <a:t>서비스 구성도</a:t>
            </a:r>
          </a:p>
        </p:txBody>
      </p:sp>
      <p:sp>
        <p:nvSpPr>
          <p:cNvPr id="4" name="Rectangle 31"/>
          <p:cNvSpPr>
            <a:spLocks noChangeArrowheads="1"/>
          </p:cNvSpPr>
          <p:nvPr/>
        </p:nvSpPr>
        <p:spPr bwMode="auto">
          <a:xfrm>
            <a:off x="250826" y="214773"/>
            <a:ext cx="4537075" cy="304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just" defTabSz="190473" eaLnBrk="1" latinLnBrk="1" hangingPunct="1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ko-KR" sz="1800" b="1" i="0" dirty="0">
                <a:solidFill>
                  <a:srgbClr val="000000"/>
                </a:solidFill>
                <a:latin typeface="CJ ONLYONE Medium" pitchFamily="18" charset="-127"/>
                <a:ea typeface="CJ ONLYONE Medium" pitchFamily="18" charset="-127"/>
              </a:rPr>
              <a:t>Contents</a:t>
            </a:r>
            <a:endParaRPr lang="ko-KR" altLang="en-US" sz="1800" b="1" i="0" dirty="0">
              <a:solidFill>
                <a:srgbClr val="000000"/>
              </a:solidFill>
              <a:latin typeface="CJ ONLYONE Medium" pitchFamily="18" charset="-127"/>
              <a:ea typeface="CJ ONLYONE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8405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770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직사각형 375"/>
          <p:cNvSpPr/>
          <p:nvPr/>
        </p:nvSpPr>
        <p:spPr>
          <a:xfrm>
            <a:off x="232366" y="766900"/>
            <a:ext cx="1840216" cy="5541826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401" name="그룹 400"/>
          <p:cNvGrpSpPr/>
          <p:nvPr/>
        </p:nvGrpSpPr>
        <p:grpSpPr>
          <a:xfrm>
            <a:off x="232365" y="767774"/>
            <a:ext cx="1840219" cy="214866"/>
            <a:chOff x="729755" y="2866150"/>
            <a:chExt cx="289419" cy="3406026"/>
          </a:xfrm>
        </p:grpSpPr>
        <p:sp>
          <p:nvSpPr>
            <p:cNvPr id="405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406" name="직사각형 405"/>
            <p:cNvSpPr/>
            <p:nvPr/>
          </p:nvSpPr>
          <p:spPr>
            <a:xfrm>
              <a:off x="785871" y="3088155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End - User</a:t>
              </a:r>
            </a:p>
          </p:txBody>
        </p:sp>
      </p:grp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250826" y="214773"/>
            <a:ext cx="4537075" cy="304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just" defTabSz="190473" eaLnBrk="1" latinLnBrk="1" hangingPunct="1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ko-KR" sz="1800" b="1" i="0" dirty="0">
                <a:solidFill>
                  <a:srgbClr val="000000"/>
                </a:solidFill>
                <a:latin typeface="+mn-ea"/>
                <a:ea typeface="+mn-ea"/>
              </a:rPr>
              <a:t>1. OOO  </a:t>
            </a:r>
            <a:r>
              <a:rPr lang="ko-KR" altLang="en-US" sz="1800" b="1" i="0" dirty="0">
                <a:solidFill>
                  <a:srgbClr val="000000"/>
                </a:solidFill>
                <a:latin typeface="+mn-ea"/>
                <a:ea typeface="+mn-ea"/>
              </a:rPr>
              <a:t>시스템  구성도</a:t>
            </a:r>
          </a:p>
        </p:txBody>
      </p:sp>
      <p:sp>
        <p:nvSpPr>
          <p:cNvPr id="199" name="직사각형 198"/>
          <p:cNvSpPr/>
          <p:nvPr/>
        </p:nvSpPr>
        <p:spPr>
          <a:xfrm>
            <a:off x="382965" y="1090690"/>
            <a:ext cx="1517982" cy="2520000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430" name="직사각형 429"/>
          <p:cNvSpPr/>
          <p:nvPr/>
        </p:nvSpPr>
        <p:spPr>
          <a:xfrm>
            <a:off x="382965" y="3696706"/>
            <a:ext cx="1517982" cy="2520000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477" name="직사각형 476"/>
          <p:cNvSpPr/>
          <p:nvPr/>
        </p:nvSpPr>
        <p:spPr>
          <a:xfrm>
            <a:off x="2798078" y="766900"/>
            <a:ext cx="4791411" cy="5541826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478" name="그룹 477"/>
          <p:cNvGrpSpPr/>
          <p:nvPr/>
        </p:nvGrpSpPr>
        <p:grpSpPr>
          <a:xfrm>
            <a:off x="2798078" y="767774"/>
            <a:ext cx="1840219" cy="214866"/>
            <a:chOff x="729755" y="2866150"/>
            <a:chExt cx="289419" cy="3406026"/>
          </a:xfrm>
        </p:grpSpPr>
        <p:sp>
          <p:nvSpPr>
            <p:cNvPr id="479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480" name="직사각형 479"/>
            <p:cNvSpPr/>
            <p:nvPr/>
          </p:nvSpPr>
          <p:spPr>
            <a:xfrm>
              <a:off x="785871" y="3088155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 err="1">
                  <a:solidFill>
                    <a:srgbClr val="3768C8"/>
                  </a:solidFill>
                  <a:latin typeface="+mn-ea"/>
                  <a:ea typeface="+mn-ea"/>
                </a:rPr>
                <a:t>oooo</a:t>
              </a:r>
              <a:r>
                <a:rPr lang="ko-KR" altLang="en-US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시스템</a:t>
              </a:r>
              <a:endParaRPr lang="en-US" altLang="ko-KR" sz="1200" b="1" i="0" dirty="0">
                <a:solidFill>
                  <a:srgbClr val="3768C8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81" name="그룹 480"/>
          <p:cNvGrpSpPr/>
          <p:nvPr/>
        </p:nvGrpSpPr>
        <p:grpSpPr>
          <a:xfrm>
            <a:off x="436452" y="1154083"/>
            <a:ext cx="400751" cy="208963"/>
            <a:chOff x="1341244" y="3264565"/>
            <a:chExt cx="400751" cy="208963"/>
          </a:xfrm>
        </p:grpSpPr>
        <p:sp>
          <p:nvSpPr>
            <p:cNvPr id="482" name="직사각형 102"/>
            <p:cNvSpPr>
              <a:spLocks noChangeArrowheads="1"/>
            </p:cNvSpPr>
            <p:nvPr/>
          </p:nvSpPr>
          <p:spPr bwMode="auto">
            <a:xfrm>
              <a:off x="1341244" y="3319640"/>
              <a:ext cx="400751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1" i="0" dirty="0" err="1">
                  <a:solidFill>
                    <a:srgbClr val="365792"/>
                  </a:solidFill>
                  <a:latin typeface="+mn-ea"/>
                  <a:ea typeface="+mn-ea"/>
                </a:rPr>
                <a:t>ooooo</a:t>
              </a:r>
              <a:endParaRPr lang="en-US" altLang="ko-KR" sz="1000" b="1" i="0" dirty="0">
                <a:solidFill>
                  <a:srgbClr val="365792"/>
                </a:solidFill>
                <a:latin typeface="+mn-ea"/>
                <a:ea typeface="+mn-ea"/>
              </a:endParaRPr>
            </a:p>
          </p:txBody>
        </p:sp>
        <p:sp>
          <p:nvSpPr>
            <p:cNvPr id="483" name="직사각형 110"/>
            <p:cNvSpPr>
              <a:spLocks noChangeArrowheads="1"/>
            </p:cNvSpPr>
            <p:nvPr/>
          </p:nvSpPr>
          <p:spPr bwMode="auto">
            <a:xfrm>
              <a:off x="1341244" y="3264565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486" name="그룹 485"/>
          <p:cNvGrpSpPr/>
          <p:nvPr/>
        </p:nvGrpSpPr>
        <p:grpSpPr>
          <a:xfrm>
            <a:off x="436452" y="3747185"/>
            <a:ext cx="384721" cy="208963"/>
            <a:chOff x="1341244" y="3264565"/>
            <a:chExt cx="384721" cy="208963"/>
          </a:xfrm>
        </p:grpSpPr>
        <p:sp>
          <p:nvSpPr>
            <p:cNvPr id="487" name="직사각형 102"/>
            <p:cNvSpPr>
              <a:spLocks noChangeArrowheads="1"/>
            </p:cNvSpPr>
            <p:nvPr/>
          </p:nvSpPr>
          <p:spPr bwMode="auto">
            <a:xfrm>
              <a:off x="1341244" y="3319640"/>
              <a:ext cx="384721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ko-KR" altLang="en-US" sz="1000" b="1" i="0" dirty="0">
                  <a:solidFill>
                    <a:srgbClr val="365792"/>
                  </a:solidFill>
                  <a:latin typeface="+mn-ea"/>
                  <a:ea typeface="+mn-ea"/>
                </a:rPr>
                <a:t>온라인</a:t>
              </a:r>
              <a:endParaRPr lang="en-US" altLang="ko-KR" sz="1000" b="1" i="0" dirty="0">
                <a:solidFill>
                  <a:srgbClr val="365792"/>
                </a:solidFill>
                <a:latin typeface="+mn-ea"/>
                <a:ea typeface="+mn-ea"/>
              </a:endParaRPr>
            </a:p>
          </p:txBody>
        </p:sp>
        <p:sp>
          <p:nvSpPr>
            <p:cNvPr id="488" name="직사각형 110"/>
            <p:cNvSpPr>
              <a:spLocks noChangeArrowheads="1"/>
            </p:cNvSpPr>
            <p:nvPr/>
          </p:nvSpPr>
          <p:spPr bwMode="auto">
            <a:xfrm>
              <a:off x="1341244" y="3264565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510" name="직사각형 509"/>
          <p:cNvSpPr/>
          <p:nvPr/>
        </p:nvSpPr>
        <p:spPr>
          <a:xfrm>
            <a:off x="2946670" y="1090689"/>
            <a:ext cx="4496464" cy="2640467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514" name="직사각형 513"/>
          <p:cNvSpPr/>
          <p:nvPr/>
        </p:nvSpPr>
        <p:spPr>
          <a:xfrm>
            <a:off x="2946669" y="3821975"/>
            <a:ext cx="4493221" cy="1647799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562" name="직사각형 561"/>
          <p:cNvSpPr/>
          <p:nvPr/>
        </p:nvSpPr>
        <p:spPr>
          <a:xfrm>
            <a:off x="2950323" y="5567658"/>
            <a:ext cx="4489567" cy="650266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47" name="순서도: 자기 디스크 646"/>
          <p:cNvSpPr/>
          <p:nvPr/>
        </p:nvSpPr>
        <p:spPr bwMode="auto">
          <a:xfrm>
            <a:off x="6026732" y="2399495"/>
            <a:ext cx="1319171" cy="1192133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5995" tIns="35995" rIns="35995" bIns="35995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r>
              <a:rPr lang="en-US" altLang="ko-KR" sz="1000" b="1" i="0" dirty="0">
                <a:solidFill>
                  <a:srgbClr val="000000"/>
                </a:solidFill>
                <a:effectLst/>
                <a:latin typeface="+mn-ea"/>
              </a:rPr>
              <a:t>OOO DB</a:t>
            </a: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 err="1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 err="1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114527" y="2820362"/>
            <a:ext cx="63030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spcBef>
                <a:spcPts val="0"/>
              </a:spcBef>
            </a:pPr>
            <a:r>
              <a:rPr lang="en-US" altLang="ko-KR" sz="800" i="0" dirty="0">
                <a:solidFill>
                  <a:srgbClr val="000000"/>
                </a:solidFill>
                <a:latin typeface="+mn-ea"/>
                <a:ea typeface="+mn-ea"/>
              </a:rPr>
              <a:t>OOO</a:t>
            </a:r>
            <a:r>
              <a:rPr lang="ko-KR" altLang="en-US" sz="800" i="0" dirty="0">
                <a:solidFill>
                  <a:srgbClr val="000000"/>
                </a:solidFill>
                <a:latin typeface="+mn-ea"/>
                <a:ea typeface="+mn-ea"/>
              </a:rPr>
              <a:t>정보</a:t>
            </a:r>
            <a:endParaRPr lang="en-US" altLang="ko-KR" sz="8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57" name="직사각형 656"/>
          <p:cNvSpPr/>
          <p:nvPr/>
        </p:nvSpPr>
        <p:spPr>
          <a:xfrm>
            <a:off x="6114527" y="3026233"/>
            <a:ext cx="63030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spcBef>
                <a:spcPts val="0"/>
              </a:spcBef>
            </a:pPr>
            <a:r>
              <a:rPr lang="en-US" altLang="ko-KR" sz="800" i="0" dirty="0">
                <a:solidFill>
                  <a:srgbClr val="000000"/>
                </a:solidFill>
                <a:latin typeface="+mn-ea"/>
                <a:ea typeface="+mn-ea"/>
              </a:rPr>
              <a:t>OOO</a:t>
            </a:r>
            <a:r>
              <a:rPr lang="ko-KR" altLang="en-US" sz="800" i="0" dirty="0">
                <a:solidFill>
                  <a:srgbClr val="000000"/>
                </a:solidFill>
                <a:latin typeface="+mn-ea"/>
                <a:ea typeface="+mn-ea"/>
              </a:rPr>
              <a:t>관리</a:t>
            </a:r>
            <a:endParaRPr lang="en-US" altLang="ko-KR" sz="8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61" name="직사각형 660"/>
          <p:cNvSpPr/>
          <p:nvPr/>
        </p:nvSpPr>
        <p:spPr>
          <a:xfrm>
            <a:off x="6114527" y="3226007"/>
            <a:ext cx="87075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spcBef>
                <a:spcPts val="0"/>
              </a:spcBef>
            </a:pPr>
            <a:r>
              <a:rPr lang="en-US" altLang="ko-KR" sz="800" i="0" dirty="0">
                <a:solidFill>
                  <a:srgbClr val="000000"/>
                </a:solidFill>
                <a:latin typeface="+mn-ea"/>
                <a:ea typeface="+mn-ea"/>
              </a:rPr>
              <a:t>OOOOOO</a:t>
            </a:r>
            <a:r>
              <a:rPr lang="ko-KR" altLang="en-US" sz="800" i="0" dirty="0">
                <a:solidFill>
                  <a:srgbClr val="000000"/>
                </a:solidFill>
                <a:latin typeface="+mn-ea"/>
                <a:ea typeface="+mn-ea"/>
              </a:rPr>
              <a:t>정보</a:t>
            </a:r>
            <a:endParaRPr lang="en-US" altLang="ko-KR" sz="8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68" name="순서도: 자기 디스크 667"/>
          <p:cNvSpPr/>
          <p:nvPr/>
        </p:nvSpPr>
        <p:spPr bwMode="auto">
          <a:xfrm>
            <a:off x="6197019" y="3858981"/>
            <a:ext cx="1173585" cy="686352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5995" tIns="35995" rIns="35995" bIns="35995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r>
              <a:rPr lang="en-US" altLang="ko-KR" sz="1000" b="1" i="0" dirty="0">
                <a:solidFill>
                  <a:srgbClr val="000000"/>
                </a:solidFill>
                <a:effectLst/>
                <a:latin typeface="+mn-ea"/>
              </a:rPr>
              <a:t>OOOO</a:t>
            </a:r>
            <a:r>
              <a:rPr lang="ko-KR" altLang="en-US" sz="1000" b="1" i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latin typeface="+mn-ea"/>
              </a:rPr>
              <a:t>DB</a:t>
            </a: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669" name="순서도: 자기 디스크 668"/>
          <p:cNvSpPr/>
          <p:nvPr/>
        </p:nvSpPr>
        <p:spPr bwMode="auto">
          <a:xfrm>
            <a:off x="6214862" y="4653960"/>
            <a:ext cx="1155741" cy="786998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5995" tIns="35995" rIns="35995" bIns="35995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r>
              <a:rPr lang="en-US" altLang="ko-KR" sz="1000" b="1" i="0" dirty="0">
                <a:solidFill>
                  <a:srgbClr val="000000"/>
                </a:solidFill>
                <a:effectLst/>
                <a:latin typeface="+mn-ea"/>
              </a:rPr>
              <a:t>OOO DB</a:t>
            </a: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684" name="순서도: 자기 디스크 683"/>
          <p:cNvSpPr/>
          <p:nvPr/>
        </p:nvSpPr>
        <p:spPr bwMode="auto">
          <a:xfrm>
            <a:off x="6121982" y="5682259"/>
            <a:ext cx="1238776" cy="460851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5995" tIns="35995" rIns="35995" bIns="35995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r>
              <a:rPr lang="en-US" altLang="ko-KR" sz="1000" b="1" i="0" dirty="0">
                <a:solidFill>
                  <a:srgbClr val="000000"/>
                </a:solidFill>
                <a:effectLst/>
                <a:latin typeface="+mn-ea"/>
              </a:rPr>
              <a:t>OO DB</a:t>
            </a: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4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196" name="직사각형 195"/>
          <p:cNvSpPr/>
          <p:nvPr/>
        </p:nvSpPr>
        <p:spPr>
          <a:xfrm>
            <a:off x="7793067" y="3677811"/>
            <a:ext cx="1840216" cy="2630914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97" name="그룹 196"/>
          <p:cNvGrpSpPr/>
          <p:nvPr/>
        </p:nvGrpSpPr>
        <p:grpSpPr>
          <a:xfrm>
            <a:off x="7793078" y="3678685"/>
            <a:ext cx="1840223" cy="214866"/>
            <a:chOff x="729755" y="2866150"/>
            <a:chExt cx="289419" cy="3406026"/>
          </a:xfrm>
        </p:grpSpPr>
        <p:sp>
          <p:nvSpPr>
            <p:cNvPr id="198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00" name="직사각형 199"/>
            <p:cNvSpPr/>
            <p:nvPr/>
          </p:nvSpPr>
          <p:spPr>
            <a:xfrm>
              <a:off x="753196" y="3088155"/>
              <a:ext cx="251790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OOOO</a:t>
              </a:r>
              <a:r>
                <a:rPr lang="ko-KR" altLang="en-US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연계 시스템</a:t>
              </a:r>
              <a:endParaRPr lang="en-US" altLang="ko-KR" sz="1200" b="1" i="0" dirty="0">
                <a:solidFill>
                  <a:srgbClr val="3768C8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01" name="직사각형 200"/>
          <p:cNvSpPr/>
          <p:nvPr/>
        </p:nvSpPr>
        <p:spPr>
          <a:xfrm>
            <a:off x="7793067" y="781779"/>
            <a:ext cx="1840216" cy="2722933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202" name="그룹 201"/>
          <p:cNvGrpSpPr/>
          <p:nvPr/>
        </p:nvGrpSpPr>
        <p:grpSpPr>
          <a:xfrm>
            <a:off x="7793066" y="782654"/>
            <a:ext cx="1840219" cy="214866"/>
            <a:chOff x="729755" y="2866150"/>
            <a:chExt cx="289419" cy="3406026"/>
          </a:xfrm>
        </p:grpSpPr>
        <p:sp>
          <p:nvSpPr>
            <p:cNvPr id="203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04" name="직사각형 203"/>
            <p:cNvSpPr/>
            <p:nvPr/>
          </p:nvSpPr>
          <p:spPr>
            <a:xfrm>
              <a:off x="785871" y="3088156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ko-KR" altLang="en-US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외부 </a:t>
              </a:r>
              <a:r>
                <a:rPr lang="en-US" altLang="ko-KR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Interface</a:t>
              </a:r>
            </a:p>
          </p:txBody>
        </p:sp>
      </p:grpSp>
      <p:sp>
        <p:nvSpPr>
          <p:cNvPr id="205" name="직사각형 204"/>
          <p:cNvSpPr/>
          <p:nvPr/>
        </p:nvSpPr>
        <p:spPr>
          <a:xfrm>
            <a:off x="7954188" y="1111276"/>
            <a:ext cx="1517982" cy="902864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218" name="그룹 217"/>
          <p:cNvGrpSpPr/>
          <p:nvPr/>
        </p:nvGrpSpPr>
        <p:grpSpPr>
          <a:xfrm>
            <a:off x="8007675" y="1174669"/>
            <a:ext cx="795089" cy="208963"/>
            <a:chOff x="1341244" y="3264565"/>
            <a:chExt cx="795089" cy="208963"/>
          </a:xfrm>
        </p:grpSpPr>
        <p:sp>
          <p:nvSpPr>
            <p:cNvPr id="219" name="직사각형 102"/>
            <p:cNvSpPr>
              <a:spLocks noChangeArrowheads="1"/>
            </p:cNvSpPr>
            <p:nvPr/>
          </p:nvSpPr>
          <p:spPr bwMode="auto">
            <a:xfrm>
              <a:off x="1341244" y="3319640"/>
              <a:ext cx="795089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1" i="0" dirty="0">
                  <a:solidFill>
                    <a:srgbClr val="365792"/>
                  </a:solidFill>
                  <a:latin typeface="+mn-ea"/>
                  <a:ea typeface="+mn-ea"/>
                </a:rPr>
                <a:t>OOOOOOOO</a:t>
              </a:r>
            </a:p>
          </p:txBody>
        </p:sp>
        <p:sp>
          <p:nvSpPr>
            <p:cNvPr id="220" name="직사각형 110"/>
            <p:cNvSpPr>
              <a:spLocks noChangeArrowheads="1"/>
            </p:cNvSpPr>
            <p:nvPr/>
          </p:nvSpPr>
          <p:spPr bwMode="auto">
            <a:xfrm>
              <a:off x="1341244" y="3264565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21" name="직사각형 220"/>
          <p:cNvSpPr/>
          <p:nvPr/>
        </p:nvSpPr>
        <p:spPr>
          <a:xfrm>
            <a:off x="7954188" y="4001601"/>
            <a:ext cx="1517982" cy="666538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224" name="그룹 223"/>
          <p:cNvGrpSpPr/>
          <p:nvPr/>
        </p:nvGrpSpPr>
        <p:grpSpPr>
          <a:xfrm>
            <a:off x="8007675" y="4064994"/>
            <a:ext cx="695703" cy="208963"/>
            <a:chOff x="1341244" y="3264565"/>
            <a:chExt cx="695703" cy="208963"/>
          </a:xfrm>
        </p:grpSpPr>
        <p:sp>
          <p:nvSpPr>
            <p:cNvPr id="225" name="직사각형 102"/>
            <p:cNvSpPr>
              <a:spLocks noChangeArrowheads="1"/>
            </p:cNvSpPr>
            <p:nvPr/>
          </p:nvSpPr>
          <p:spPr bwMode="auto">
            <a:xfrm>
              <a:off x="1341244" y="3319640"/>
              <a:ext cx="695703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1" i="0" dirty="0">
                  <a:solidFill>
                    <a:srgbClr val="365792"/>
                  </a:solidFill>
                  <a:latin typeface="+mn-ea"/>
                  <a:ea typeface="+mn-ea"/>
                </a:rPr>
                <a:t>OOOOOOO</a:t>
              </a:r>
            </a:p>
          </p:txBody>
        </p:sp>
        <p:sp>
          <p:nvSpPr>
            <p:cNvPr id="230" name="직사각형 110"/>
            <p:cNvSpPr>
              <a:spLocks noChangeArrowheads="1"/>
            </p:cNvSpPr>
            <p:nvPr/>
          </p:nvSpPr>
          <p:spPr bwMode="auto">
            <a:xfrm>
              <a:off x="1341244" y="3264565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37" name="TextBox 236"/>
          <p:cNvSpPr txBox="1"/>
          <p:nvPr/>
        </p:nvSpPr>
        <p:spPr>
          <a:xfrm>
            <a:off x="8575488" y="4436152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8575488" y="5415880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8575488" y="4743336"/>
            <a:ext cx="40075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575488" y="5752153"/>
            <a:ext cx="40075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8575488" y="5079608"/>
            <a:ext cx="4809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OOOOOO</a:t>
            </a:r>
          </a:p>
        </p:txBody>
      </p:sp>
      <p:pic>
        <p:nvPicPr>
          <p:cNvPr id="247" name="Picture 60" descr="7500-7513Cisc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75079" y="2209783"/>
            <a:ext cx="224973" cy="288000"/>
          </a:xfrm>
          <a:prstGeom prst="rect">
            <a:avLst/>
          </a:prstGeom>
          <a:noFill/>
        </p:spPr>
      </p:pic>
      <p:sp>
        <p:nvSpPr>
          <p:cNvPr id="250" name="TextBox 249"/>
          <p:cNvSpPr txBox="1"/>
          <p:nvPr/>
        </p:nvSpPr>
        <p:spPr>
          <a:xfrm>
            <a:off x="8158958" y="2295824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pic>
        <p:nvPicPr>
          <p:cNvPr id="251" name="Picture 60" descr="7500-7513Cisc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91073" y="2209783"/>
            <a:ext cx="224973" cy="288000"/>
          </a:xfrm>
          <a:prstGeom prst="rect">
            <a:avLst/>
          </a:prstGeom>
          <a:noFill/>
        </p:spPr>
      </p:pic>
      <p:sp>
        <p:nvSpPr>
          <p:cNvPr id="253" name="TextBox 252"/>
          <p:cNvSpPr txBox="1"/>
          <p:nvPr/>
        </p:nvSpPr>
        <p:spPr>
          <a:xfrm>
            <a:off x="9074952" y="2295824"/>
            <a:ext cx="40075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</a:t>
            </a:r>
          </a:p>
        </p:txBody>
      </p:sp>
      <p:pic>
        <p:nvPicPr>
          <p:cNvPr id="259" name="Picture 60" descr="7500-7513Cisc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75079" y="2637823"/>
            <a:ext cx="224973" cy="288000"/>
          </a:xfrm>
          <a:prstGeom prst="rect">
            <a:avLst/>
          </a:prstGeom>
          <a:noFill/>
        </p:spPr>
      </p:pic>
      <p:sp>
        <p:nvSpPr>
          <p:cNvPr id="267" name="TextBox 266"/>
          <p:cNvSpPr txBox="1"/>
          <p:nvPr/>
        </p:nvSpPr>
        <p:spPr>
          <a:xfrm>
            <a:off x="8158958" y="2720268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pic>
        <p:nvPicPr>
          <p:cNvPr id="275" name="Picture 60" descr="7500-7513Cisc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91073" y="2637823"/>
            <a:ext cx="224973" cy="288000"/>
          </a:xfrm>
          <a:prstGeom prst="rect">
            <a:avLst/>
          </a:prstGeom>
          <a:noFill/>
        </p:spPr>
      </p:pic>
      <p:sp>
        <p:nvSpPr>
          <p:cNvPr id="276" name="TextBox 275"/>
          <p:cNvSpPr txBox="1"/>
          <p:nvPr/>
        </p:nvSpPr>
        <p:spPr>
          <a:xfrm>
            <a:off x="9074952" y="2720268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pic>
        <p:nvPicPr>
          <p:cNvPr id="277" name="Picture 60" descr="7500-7513Cisc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75079" y="3065864"/>
            <a:ext cx="224973" cy="288000"/>
          </a:xfrm>
          <a:prstGeom prst="rect">
            <a:avLst/>
          </a:prstGeom>
          <a:noFill/>
        </p:spPr>
      </p:pic>
      <p:sp>
        <p:nvSpPr>
          <p:cNvPr id="278" name="TextBox 277"/>
          <p:cNvSpPr txBox="1"/>
          <p:nvPr/>
        </p:nvSpPr>
        <p:spPr>
          <a:xfrm>
            <a:off x="8158958" y="3151905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pic>
        <p:nvPicPr>
          <p:cNvPr id="279" name="Picture 60" descr="7500-7513Cisc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91073" y="3065864"/>
            <a:ext cx="224973" cy="288000"/>
          </a:xfrm>
          <a:prstGeom prst="rect">
            <a:avLst/>
          </a:prstGeom>
          <a:noFill/>
        </p:spPr>
      </p:pic>
      <p:sp>
        <p:nvSpPr>
          <p:cNvPr id="280" name="TextBox 279"/>
          <p:cNvSpPr txBox="1"/>
          <p:nvPr/>
        </p:nvSpPr>
        <p:spPr>
          <a:xfrm>
            <a:off x="9074952" y="3151905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pic>
        <p:nvPicPr>
          <p:cNvPr id="281" name="Picture 60" descr="7500-7513Cisc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91902" y="4708516"/>
            <a:ext cx="224973" cy="288000"/>
          </a:xfrm>
          <a:prstGeom prst="rect">
            <a:avLst/>
          </a:prstGeom>
          <a:noFill/>
        </p:spPr>
      </p:pic>
      <p:pic>
        <p:nvPicPr>
          <p:cNvPr id="283" name="Picture 60" descr="7500-7513Cisc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91902" y="5006688"/>
            <a:ext cx="224973" cy="288000"/>
          </a:xfrm>
          <a:prstGeom prst="rect">
            <a:avLst/>
          </a:prstGeom>
          <a:noFill/>
        </p:spPr>
      </p:pic>
      <p:pic>
        <p:nvPicPr>
          <p:cNvPr id="284" name="Picture 60" descr="7500-7513Cisc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91902" y="5323910"/>
            <a:ext cx="224973" cy="288000"/>
          </a:xfrm>
          <a:prstGeom prst="rect">
            <a:avLst/>
          </a:prstGeom>
          <a:noFill/>
        </p:spPr>
      </p:pic>
      <p:pic>
        <p:nvPicPr>
          <p:cNvPr id="285" name="Picture 60" descr="7500-7513Cisc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91902" y="5641133"/>
            <a:ext cx="224973" cy="288000"/>
          </a:xfrm>
          <a:prstGeom prst="rect">
            <a:avLst/>
          </a:prstGeom>
          <a:noFill/>
        </p:spPr>
      </p:pic>
      <p:pic>
        <p:nvPicPr>
          <p:cNvPr id="286" name="Picture 152" descr="하드웨어 아이콘_blue-6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023041" y="1547430"/>
            <a:ext cx="26712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7" name="TextBox 286"/>
          <p:cNvSpPr txBox="1"/>
          <p:nvPr/>
        </p:nvSpPr>
        <p:spPr>
          <a:xfrm>
            <a:off x="8315940" y="1647666"/>
            <a:ext cx="240450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9001961" y="1647666"/>
            <a:ext cx="240450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</a:t>
            </a:r>
          </a:p>
        </p:txBody>
      </p:sp>
      <p:sp>
        <p:nvSpPr>
          <p:cNvPr id="195" name="오른쪽 화살표 194"/>
          <p:cNvSpPr/>
          <p:nvPr/>
        </p:nvSpPr>
        <p:spPr>
          <a:xfrm>
            <a:off x="2171699" y="2924162"/>
            <a:ext cx="491205" cy="1489760"/>
          </a:xfrm>
          <a:prstGeom prst="rightArrow">
            <a:avLst/>
          </a:prstGeom>
          <a:solidFill>
            <a:srgbClr val="D5EDFF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181337"/>
              </p:ext>
            </p:extLst>
          </p:nvPr>
        </p:nvGraphicFramePr>
        <p:xfrm>
          <a:off x="8016875" y="1514475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8" name="Visio" r:id="rId5" imgW="741807" imgH="947725" progId="">
                  <p:embed/>
                </p:oleObj>
              </mc:Choice>
              <mc:Fallback>
                <p:oleObj name="Visio" r:id="rId5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75" y="1514475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488473"/>
              </p:ext>
            </p:extLst>
          </p:nvPr>
        </p:nvGraphicFramePr>
        <p:xfrm>
          <a:off x="8705850" y="1514475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9" name="Visio" r:id="rId7" imgW="741807" imgH="947725" progId="">
                  <p:embed/>
                </p:oleObj>
              </mc:Choice>
              <mc:Fallback>
                <p:oleObj name="Visio" r:id="rId7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5850" y="1514475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3699995"/>
              </p:ext>
            </p:extLst>
          </p:nvPr>
        </p:nvGraphicFramePr>
        <p:xfrm>
          <a:off x="8250238" y="4278313"/>
          <a:ext cx="296862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" name="Visio" r:id="rId8" imgW="741807" imgH="947725" progId="">
                  <p:embed/>
                </p:oleObj>
              </mc:Choice>
              <mc:Fallback>
                <p:oleObj name="Visio" r:id="rId8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0238" y="4278313"/>
                        <a:ext cx="296862" cy="37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" name="순서도: 처리 148"/>
          <p:cNvSpPr/>
          <p:nvPr/>
        </p:nvSpPr>
        <p:spPr>
          <a:xfrm>
            <a:off x="3154882" y="1512624"/>
            <a:ext cx="865565" cy="316800"/>
          </a:xfrm>
          <a:prstGeom prst="flowChartProcess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buClr>
                <a:srgbClr val="000000"/>
              </a:buClr>
              <a:buFont typeface="Wingdings" pitchFamily="2" charset="2"/>
              <a:buNone/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</a:rPr>
              <a:t>OOOOO</a:t>
            </a:r>
            <a:endParaRPr lang="ko-KR" altLang="en-US" sz="8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50" name="순서도: 처리 149"/>
          <p:cNvSpPr/>
          <p:nvPr/>
        </p:nvSpPr>
        <p:spPr>
          <a:xfrm>
            <a:off x="4221106" y="1512624"/>
            <a:ext cx="865565" cy="316800"/>
          </a:xfrm>
          <a:prstGeom prst="flowChartProcess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buClr>
                <a:srgbClr val="000000"/>
              </a:buClr>
              <a:buFont typeface="Wingdings" pitchFamily="2" charset="2"/>
              <a:buNone/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</a:rPr>
              <a:t>OOOOO</a:t>
            </a:r>
            <a:endParaRPr lang="ko-KR" altLang="en-US" sz="8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52" name="순서도: 처리 151"/>
          <p:cNvSpPr/>
          <p:nvPr/>
        </p:nvSpPr>
        <p:spPr>
          <a:xfrm>
            <a:off x="3154882" y="1912579"/>
            <a:ext cx="865565" cy="316800"/>
          </a:xfrm>
          <a:prstGeom prst="flowChartProcess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buClr>
                <a:srgbClr val="000000"/>
              </a:buClr>
              <a:buFont typeface="Wingdings" pitchFamily="2" charset="2"/>
              <a:buNone/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</a:rPr>
              <a:t>OOOO</a:t>
            </a:r>
            <a:endParaRPr lang="ko-KR" altLang="en-US" sz="8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53" name="순서도: 처리 152"/>
          <p:cNvSpPr/>
          <p:nvPr/>
        </p:nvSpPr>
        <p:spPr>
          <a:xfrm>
            <a:off x="4221106" y="1912579"/>
            <a:ext cx="865565" cy="316800"/>
          </a:xfrm>
          <a:prstGeom prst="flowChartProcess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buClr>
                <a:srgbClr val="000000"/>
              </a:buClr>
              <a:buFont typeface="Wingdings" pitchFamily="2" charset="2"/>
              <a:buNone/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</a:rPr>
              <a:t>OOOOO</a:t>
            </a:r>
            <a:endParaRPr lang="ko-KR" altLang="en-US" sz="8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3482869" y="2502156"/>
            <a:ext cx="487313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 WEB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509245" y="2502156"/>
            <a:ext cx="41838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 WAS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397840" y="2441152"/>
            <a:ext cx="56998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</a:t>
            </a:r>
          </a:p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WEB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474125" y="2863826"/>
            <a:ext cx="70642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WAS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500737" y="2917305"/>
            <a:ext cx="240450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414975" y="2917305"/>
            <a:ext cx="395942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 I/F</a:t>
            </a:r>
          </a:p>
        </p:txBody>
      </p:sp>
      <p:graphicFrame>
        <p:nvGraphicFramePr>
          <p:cNvPr id="8" name="개체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206125"/>
              </p:ext>
            </p:extLst>
          </p:nvPr>
        </p:nvGraphicFramePr>
        <p:xfrm>
          <a:off x="3175347" y="2374005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" name="Visio" r:id="rId9" imgW="741807" imgH="947725" progId="">
                  <p:embed/>
                </p:oleObj>
              </mc:Choice>
              <mc:Fallback>
                <p:oleObj name="Visio" r:id="rId9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347" y="2374005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" name="개체 1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191724"/>
              </p:ext>
            </p:extLst>
          </p:nvPr>
        </p:nvGraphicFramePr>
        <p:xfrm>
          <a:off x="4180545" y="2374005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2" name="Visio" r:id="rId10" imgW="741807" imgH="947725" progId="">
                  <p:embed/>
                </p:oleObj>
              </mc:Choice>
              <mc:Fallback>
                <p:oleObj name="Visio" r:id="rId10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0545" y="2374005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" name="개체 1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634814"/>
              </p:ext>
            </p:extLst>
          </p:nvPr>
        </p:nvGraphicFramePr>
        <p:xfrm>
          <a:off x="5090319" y="2374556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3" name="Visio" r:id="rId11" imgW="741807" imgH="947725" progId="">
                  <p:embed/>
                </p:oleObj>
              </mc:Choice>
              <mc:Fallback>
                <p:oleObj name="Visio" r:id="rId11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0319" y="2374556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" name="개체 1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297517"/>
              </p:ext>
            </p:extLst>
          </p:nvPr>
        </p:nvGraphicFramePr>
        <p:xfrm>
          <a:off x="3145425" y="2797230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4" name="Visio" r:id="rId12" imgW="741807" imgH="947725" progId="">
                  <p:embed/>
                </p:oleObj>
              </mc:Choice>
              <mc:Fallback>
                <p:oleObj name="Visio" r:id="rId12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5425" y="2797230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" name="개체 1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182664"/>
              </p:ext>
            </p:extLst>
          </p:nvPr>
        </p:nvGraphicFramePr>
        <p:xfrm>
          <a:off x="4193215" y="2789154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" name="Visio" r:id="rId13" imgW="741807" imgH="947725" progId="">
                  <p:embed/>
                </p:oleObj>
              </mc:Choice>
              <mc:Fallback>
                <p:oleObj name="Visio" r:id="rId13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3215" y="2789154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" name="개체 1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8994886"/>
              </p:ext>
            </p:extLst>
          </p:nvPr>
        </p:nvGraphicFramePr>
        <p:xfrm>
          <a:off x="5086275" y="2789154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" name="Visio" r:id="rId14" imgW="741807" imgH="947725" progId="">
                  <p:embed/>
                </p:oleObj>
              </mc:Choice>
              <mc:Fallback>
                <p:oleObj name="Visio" r:id="rId14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275" y="2789154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" name="TextBox 180"/>
          <p:cNvSpPr txBox="1"/>
          <p:nvPr/>
        </p:nvSpPr>
        <p:spPr>
          <a:xfrm>
            <a:off x="5749571" y="5854138"/>
            <a:ext cx="160300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</a:t>
            </a:r>
          </a:p>
        </p:txBody>
      </p:sp>
      <p:graphicFrame>
        <p:nvGraphicFramePr>
          <p:cNvPr id="182" name="개체 1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29449"/>
              </p:ext>
            </p:extLst>
          </p:nvPr>
        </p:nvGraphicFramePr>
        <p:xfrm>
          <a:off x="5420871" y="5725987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7" name="Visio" r:id="rId15" imgW="741807" imgH="947725" progId="">
                  <p:embed/>
                </p:oleObj>
              </mc:Choice>
              <mc:Fallback>
                <p:oleObj name="Visio" r:id="rId15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0871" y="5725987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" name="TextBox 184"/>
          <p:cNvSpPr txBox="1"/>
          <p:nvPr/>
        </p:nvSpPr>
        <p:spPr>
          <a:xfrm>
            <a:off x="3482869" y="5169725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475505" y="5169725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graphicFrame>
        <p:nvGraphicFramePr>
          <p:cNvPr id="187" name="개체 1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626181"/>
              </p:ext>
            </p:extLst>
          </p:nvPr>
        </p:nvGraphicFramePr>
        <p:xfrm>
          <a:off x="3175347" y="5041574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8" name="Visio" r:id="rId16" imgW="741807" imgH="947725" progId="">
                  <p:embed/>
                </p:oleObj>
              </mc:Choice>
              <mc:Fallback>
                <p:oleObj name="Visio" r:id="rId16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347" y="5041574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" name="개체 1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5908026"/>
              </p:ext>
            </p:extLst>
          </p:nvPr>
        </p:nvGraphicFramePr>
        <p:xfrm>
          <a:off x="4146805" y="5041574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9" name="Visio" r:id="rId17" imgW="741807" imgH="947725" progId="">
                  <p:embed/>
                </p:oleObj>
              </mc:Choice>
              <mc:Fallback>
                <p:oleObj name="Visio" r:id="rId17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6805" y="5041574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" name="TextBox 188"/>
          <p:cNvSpPr txBox="1"/>
          <p:nvPr/>
        </p:nvSpPr>
        <p:spPr>
          <a:xfrm>
            <a:off x="3482869" y="4779028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475505" y="4779028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graphicFrame>
        <p:nvGraphicFramePr>
          <p:cNvPr id="191" name="개체 1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504621"/>
              </p:ext>
            </p:extLst>
          </p:nvPr>
        </p:nvGraphicFramePr>
        <p:xfrm>
          <a:off x="3175347" y="4650877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" name="Visio" r:id="rId18" imgW="741807" imgH="947725" progId="">
                  <p:embed/>
                </p:oleObj>
              </mc:Choice>
              <mc:Fallback>
                <p:oleObj name="Visio" r:id="rId18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347" y="4650877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" name="개체 1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744591"/>
              </p:ext>
            </p:extLst>
          </p:nvPr>
        </p:nvGraphicFramePr>
        <p:xfrm>
          <a:off x="4146805" y="4650877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" name="Visio" r:id="rId19" imgW="741807" imgH="947725" progId="">
                  <p:embed/>
                </p:oleObj>
              </mc:Choice>
              <mc:Fallback>
                <p:oleObj name="Visio" r:id="rId19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6805" y="4650877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" name="순서도: 처리 193"/>
          <p:cNvSpPr/>
          <p:nvPr/>
        </p:nvSpPr>
        <p:spPr>
          <a:xfrm>
            <a:off x="3154881" y="4165378"/>
            <a:ext cx="576000" cy="349666"/>
          </a:xfrm>
          <a:prstGeom prst="flowChartProcess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buClr>
                <a:srgbClr val="000000"/>
              </a:buClr>
              <a:buFont typeface="Wingdings" pitchFamily="2" charset="2"/>
              <a:buNone/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</a:rPr>
              <a:t>OOOO</a:t>
            </a:r>
            <a:endParaRPr lang="ko-KR" altLang="en-US" sz="8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06" name="순서도: 처리 205"/>
          <p:cNvSpPr/>
          <p:nvPr/>
        </p:nvSpPr>
        <p:spPr>
          <a:xfrm>
            <a:off x="3830743" y="4165378"/>
            <a:ext cx="576000" cy="349666"/>
          </a:xfrm>
          <a:prstGeom prst="flowChartProcess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buClr>
                <a:srgbClr val="000000"/>
              </a:buClr>
              <a:buFont typeface="Wingdings" pitchFamily="2" charset="2"/>
              <a:buNone/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</a:rPr>
              <a:t>OOO</a:t>
            </a:r>
            <a:endParaRPr lang="ko-KR" altLang="en-US" sz="8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07" name="순서도: 처리 206"/>
          <p:cNvSpPr/>
          <p:nvPr/>
        </p:nvSpPr>
        <p:spPr>
          <a:xfrm>
            <a:off x="4506605" y="4165378"/>
            <a:ext cx="576000" cy="349666"/>
          </a:xfrm>
          <a:prstGeom prst="flowChartProcess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buClr>
                <a:srgbClr val="000000"/>
              </a:buClr>
              <a:buFont typeface="Wingdings" pitchFamily="2" charset="2"/>
              <a:buNone/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</a:rPr>
              <a:t>OOOO</a:t>
            </a:r>
            <a:endParaRPr lang="ko-KR" altLang="en-US" sz="8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1" name="순서도: 처리 210"/>
          <p:cNvSpPr/>
          <p:nvPr/>
        </p:nvSpPr>
        <p:spPr>
          <a:xfrm>
            <a:off x="3670837" y="5750908"/>
            <a:ext cx="411785" cy="316800"/>
          </a:xfrm>
          <a:prstGeom prst="flowChartProcess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buClr>
                <a:srgbClr val="000000"/>
              </a:buClr>
            </a:pPr>
            <a:r>
              <a:rPr lang="en-US" altLang="ko-KR" sz="700" b="1" i="0" dirty="0">
                <a:solidFill>
                  <a:srgbClr val="000000"/>
                </a:solidFill>
                <a:latin typeface="+mn-ea"/>
              </a:rPr>
              <a:t>OOO</a:t>
            </a:r>
            <a:endParaRPr lang="ko-KR" altLang="en-US" sz="7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2" name="순서도: 처리 211"/>
          <p:cNvSpPr/>
          <p:nvPr/>
        </p:nvSpPr>
        <p:spPr>
          <a:xfrm>
            <a:off x="4148579" y="5750908"/>
            <a:ext cx="576000" cy="316800"/>
          </a:xfrm>
          <a:prstGeom prst="flowChartProcess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buClr>
                <a:srgbClr val="000000"/>
              </a:buClr>
            </a:pPr>
            <a:r>
              <a:rPr lang="en-US" altLang="ko-KR" sz="700" b="1" i="0" dirty="0">
                <a:solidFill>
                  <a:srgbClr val="000000"/>
                </a:solidFill>
                <a:latin typeface="+mn-ea"/>
              </a:rPr>
              <a:t>OOOO</a:t>
            </a:r>
            <a:endParaRPr lang="ko-KR" altLang="en-US" sz="7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3" name="순서도: 처리 212"/>
          <p:cNvSpPr/>
          <p:nvPr/>
        </p:nvSpPr>
        <p:spPr>
          <a:xfrm>
            <a:off x="4824440" y="5750908"/>
            <a:ext cx="410400" cy="316800"/>
          </a:xfrm>
          <a:prstGeom prst="flowChartProcess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buClr>
                <a:srgbClr val="000000"/>
              </a:buClr>
            </a:pPr>
            <a:r>
              <a:rPr lang="en-US" altLang="ko-KR" sz="700" b="1" i="0" dirty="0">
                <a:solidFill>
                  <a:srgbClr val="000000"/>
                </a:solidFill>
                <a:latin typeface="+mn-ea"/>
              </a:rPr>
              <a:t>OOO</a:t>
            </a:r>
            <a:endParaRPr lang="ko-KR" altLang="en-US" sz="7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4" name="순서도: 처리 213"/>
          <p:cNvSpPr/>
          <p:nvPr/>
        </p:nvSpPr>
        <p:spPr>
          <a:xfrm>
            <a:off x="5287330" y="1512624"/>
            <a:ext cx="865565" cy="316800"/>
          </a:xfrm>
          <a:prstGeom prst="flowChartProcess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buClr>
                <a:srgbClr val="000000"/>
              </a:buClr>
              <a:buFont typeface="Wingdings" pitchFamily="2" charset="2"/>
              <a:buNone/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</a:rPr>
              <a:t>OOOOO</a:t>
            </a:r>
            <a:endParaRPr lang="ko-KR" altLang="en-US" sz="8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5" name="순서도: 처리 214"/>
          <p:cNvSpPr/>
          <p:nvPr/>
        </p:nvSpPr>
        <p:spPr>
          <a:xfrm>
            <a:off x="6353554" y="1512624"/>
            <a:ext cx="865565" cy="316800"/>
          </a:xfrm>
          <a:prstGeom prst="flowChartProcess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buClr>
                <a:srgbClr val="000000"/>
              </a:buClr>
              <a:buFont typeface="Wingdings" pitchFamily="2" charset="2"/>
              <a:buNone/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</a:rPr>
              <a:t>OOOOO</a:t>
            </a:r>
            <a:endParaRPr lang="ko-KR" altLang="en-US" sz="8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6" name="순서도: 처리 215"/>
          <p:cNvSpPr/>
          <p:nvPr/>
        </p:nvSpPr>
        <p:spPr>
          <a:xfrm>
            <a:off x="5287330" y="1912579"/>
            <a:ext cx="865565" cy="316800"/>
          </a:xfrm>
          <a:prstGeom prst="flowChartProcess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buClr>
                <a:srgbClr val="000000"/>
              </a:buClr>
              <a:buFont typeface="Wingdings" pitchFamily="2" charset="2"/>
              <a:buNone/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</a:rPr>
              <a:t>OOOOO</a:t>
            </a:r>
            <a:endParaRPr lang="ko-KR" altLang="en-US" sz="8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7" name="순서도: 처리 216"/>
          <p:cNvSpPr/>
          <p:nvPr/>
        </p:nvSpPr>
        <p:spPr>
          <a:xfrm>
            <a:off x="6353554" y="1912579"/>
            <a:ext cx="865565" cy="316800"/>
          </a:xfrm>
          <a:prstGeom prst="flowChartProcess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hangingPunct="1">
              <a:buClr>
                <a:srgbClr val="000000"/>
              </a:buClr>
              <a:buFont typeface="Wingdings" pitchFamily="2" charset="2"/>
              <a:buNone/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</a:rPr>
              <a:t>OOOOO</a:t>
            </a:r>
            <a:endParaRPr lang="ko-KR" altLang="en-US" sz="800" b="1" i="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161" name="그룹 160"/>
          <p:cNvGrpSpPr/>
          <p:nvPr/>
        </p:nvGrpSpPr>
        <p:grpSpPr>
          <a:xfrm>
            <a:off x="3030716" y="1181604"/>
            <a:ext cx="772173" cy="216000"/>
            <a:chOff x="2973566" y="1153029"/>
            <a:chExt cx="772173" cy="216000"/>
          </a:xfrm>
        </p:grpSpPr>
        <p:sp>
          <p:nvSpPr>
            <p:cNvPr id="164" name="직사각형 102"/>
            <p:cNvSpPr>
              <a:spLocks noChangeArrowheads="1"/>
            </p:cNvSpPr>
            <p:nvPr/>
          </p:nvSpPr>
          <p:spPr bwMode="auto">
            <a:xfrm>
              <a:off x="3248808" y="1209158"/>
              <a:ext cx="496931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1" i="0" dirty="0">
                  <a:solidFill>
                    <a:srgbClr val="365792"/>
                  </a:solidFill>
                  <a:latin typeface="+mn-ea"/>
                  <a:ea typeface="+mn-ea"/>
                </a:rPr>
                <a:t>OOOOO</a:t>
              </a:r>
            </a:p>
          </p:txBody>
        </p:sp>
        <p:sp>
          <p:nvSpPr>
            <p:cNvPr id="166" name="직사각형 110"/>
            <p:cNvSpPr>
              <a:spLocks noChangeArrowheads="1"/>
            </p:cNvSpPr>
            <p:nvPr/>
          </p:nvSpPr>
          <p:spPr bwMode="auto">
            <a:xfrm>
              <a:off x="3184640" y="1154083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67" name="직사각형 166"/>
            <p:cNvSpPr/>
            <p:nvPr/>
          </p:nvSpPr>
          <p:spPr bwMode="auto">
            <a:xfrm>
              <a:off x="2973566" y="1153029"/>
              <a:ext cx="216000" cy="21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r>
                <a:rPr lang="en-US" altLang="ko-KR" sz="1000" b="1" i="0" dirty="0">
                  <a:solidFill>
                    <a:srgbClr val="FFFFFF"/>
                  </a:solidFill>
                  <a:latin typeface="+mn-ea"/>
                </a:rPr>
                <a:t>1</a:t>
              </a:r>
              <a:endParaRPr lang="ko-KR" altLang="en-US" sz="1000" b="1" i="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73" name="그룹 172"/>
          <p:cNvGrpSpPr/>
          <p:nvPr/>
        </p:nvGrpSpPr>
        <p:grpSpPr>
          <a:xfrm>
            <a:off x="3011666" y="3886872"/>
            <a:ext cx="672787" cy="223572"/>
            <a:chOff x="2973566" y="1145457"/>
            <a:chExt cx="672787" cy="223572"/>
          </a:xfrm>
        </p:grpSpPr>
        <p:sp>
          <p:nvSpPr>
            <p:cNvPr id="183" name="직사각형 102"/>
            <p:cNvSpPr>
              <a:spLocks noChangeArrowheads="1"/>
            </p:cNvSpPr>
            <p:nvPr/>
          </p:nvSpPr>
          <p:spPr bwMode="auto">
            <a:xfrm>
              <a:off x="3248808" y="1209158"/>
              <a:ext cx="397545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1" i="0" dirty="0">
                  <a:solidFill>
                    <a:srgbClr val="365792"/>
                  </a:solidFill>
                  <a:latin typeface="+mn-ea"/>
                  <a:ea typeface="+mn-ea"/>
                </a:rPr>
                <a:t>OOOO</a:t>
              </a:r>
            </a:p>
          </p:txBody>
        </p:sp>
        <p:sp>
          <p:nvSpPr>
            <p:cNvPr id="184" name="직사각형 110"/>
            <p:cNvSpPr>
              <a:spLocks noChangeArrowheads="1"/>
            </p:cNvSpPr>
            <p:nvPr/>
          </p:nvSpPr>
          <p:spPr bwMode="auto">
            <a:xfrm>
              <a:off x="3184640" y="1145457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93" name="직사각형 192"/>
            <p:cNvSpPr/>
            <p:nvPr/>
          </p:nvSpPr>
          <p:spPr bwMode="auto">
            <a:xfrm>
              <a:off x="2973566" y="1153029"/>
              <a:ext cx="216000" cy="21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r>
                <a:rPr lang="en-US" altLang="ko-KR" sz="1000" b="1" i="0" dirty="0">
                  <a:solidFill>
                    <a:srgbClr val="FFFFFF"/>
                  </a:solidFill>
                  <a:latin typeface="+mn-ea"/>
                </a:rPr>
                <a:t>2</a:t>
              </a:r>
              <a:endParaRPr lang="ko-KR" altLang="en-US" sz="1000" b="1" i="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23" name="그룹 222"/>
          <p:cNvGrpSpPr/>
          <p:nvPr/>
        </p:nvGrpSpPr>
        <p:grpSpPr>
          <a:xfrm>
            <a:off x="3011666" y="5640847"/>
            <a:ext cx="474014" cy="216000"/>
            <a:chOff x="2973566" y="1153029"/>
            <a:chExt cx="474014" cy="216000"/>
          </a:xfrm>
        </p:grpSpPr>
        <p:sp>
          <p:nvSpPr>
            <p:cNvPr id="226" name="직사각형 102"/>
            <p:cNvSpPr>
              <a:spLocks noChangeArrowheads="1"/>
            </p:cNvSpPr>
            <p:nvPr/>
          </p:nvSpPr>
          <p:spPr bwMode="auto">
            <a:xfrm>
              <a:off x="3248808" y="1209158"/>
              <a:ext cx="198772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1" i="0" dirty="0">
                  <a:solidFill>
                    <a:srgbClr val="365792"/>
                  </a:solidFill>
                  <a:latin typeface="+mn-ea"/>
                  <a:ea typeface="+mn-ea"/>
                </a:rPr>
                <a:t>OO</a:t>
              </a:r>
            </a:p>
          </p:txBody>
        </p:sp>
        <p:sp>
          <p:nvSpPr>
            <p:cNvPr id="227" name="직사각형 110"/>
            <p:cNvSpPr>
              <a:spLocks noChangeArrowheads="1"/>
            </p:cNvSpPr>
            <p:nvPr/>
          </p:nvSpPr>
          <p:spPr bwMode="auto">
            <a:xfrm>
              <a:off x="3184640" y="1154083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28" name="직사각형 227"/>
            <p:cNvSpPr/>
            <p:nvPr/>
          </p:nvSpPr>
          <p:spPr bwMode="auto">
            <a:xfrm>
              <a:off x="2973566" y="1153029"/>
              <a:ext cx="216000" cy="21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r>
                <a:rPr lang="en-US" altLang="ko-KR" sz="1000" b="1" i="0" dirty="0">
                  <a:solidFill>
                    <a:srgbClr val="FFFFFF"/>
                  </a:solidFill>
                  <a:latin typeface="+mn-ea"/>
                </a:rPr>
                <a:t>3</a:t>
              </a:r>
              <a:endParaRPr lang="ko-KR" altLang="en-US" sz="1000" b="1" i="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" name="타원 1"/>
          <p:cNvSpPr/>
          <p:nvPr/>
        </p:nvSpPr>
        <p:spPr>
          <a:xfrm>
            <a:off x="3351446" y="2350690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1-1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68" name="타원 167"/>
          <p:cNvSpPr/>
          <p:nvPr/>
        </p:nvSpPr>
        <p:spPr>
          <a:xfrm>
            <a:off x="4378943" y="2350690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1-2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69" name="타원 168"/>
          <p:cNvSpPr/>
          <p:nvPr/>
        </p:nvSpPr>
        <p:spPr>
          <a:xfrm>
            <a:off x="5244252" y="2357379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1-3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0" name="타원 169"/>
          <p:cNvSpPr/>
          <p:nvPr/>
        </p:nvSpPr>
        <p:spPr>
          <a:xfrm>
            <a:off x="3335197" y="2790668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1-4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1" name="타원 170"/>
          <p:cNvSpPr/>
          <p:nvPr/>
        </p:nvSpPr>
        <p:spPr>
          <a:xfrm>
            <a:off x="4369314" y="2773753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1-5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08" name="타원 207"/>
          <p:cNvSpPr/>
          <p:nvPr/>
        </p:nvSpPr>
        <p:spPr>
          <a:xfrm>
            <a:off x="5284673" y="2773753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1-6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10" name="타원 209"/>
          <p:cNvSpPr/>
          <p:nvPr/>
        </p:nvSpPr>
        <p:spPr>
          <a:xfrm>
            <a:off x="3351446" y="4611005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2-1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22" name="타원 221"/>
          <p:cNvSpPr/>
          <p:nvPr/>
        </p:nvSpPr>
        <p:spPr>
          <a:xfrm>
            <a:off x="4335813" y="4611005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2-3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29" name="타원 228"/>
          <p:cNvSpPr/>
          <p:nvPr/>
        </p:nvSpPr>
        <p:spPr>
          <a:xfrm>
            <a:off x="3351446" y="5050983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2-2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31" name="타원 230"/>
          <p:cNvSpPr/>
          <p:nvPr/>
        </p:nvSpPr>
        <p:spPr>
          <a:xfrm>
            <a:off x="4335813" y="5050983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2-4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32" name="타원 231"/>
          <p:cNvSpPr/>
          <p:nvPr/>
        </p:nvSpPr>
        <p:spPr>
          <a:xfrm>
            <a:off x="6206374" y="3904842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2-7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33" name="타원 232"/>
          <p:cNvSpPr/>
          <p:nvPr/>
        </p:nvSpPr>
        <p:spPr>
          <a:xfrm>
            <a:off x="6199458" y="4713110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2-8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34" name="타원 233"/>
          <p:cNvSpPr/>
          <p:nvPr/>
        </p:nvSpPr>
        <p:spPr>
          <a:xfrm>
            <a:off x="5617092" y="5706053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3-1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35" name="타원 234"/>
          <p:cNvSpPr/>
          <p:nvPr/>
        </p:nvSpPr>
        <p:spPr>
          <a:xfrm>
            <a:off x="6221804" y="5706053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3-2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146717" y="1455404"/>
            <a:ext cx="324000" cy="1221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/>
            <a:r>
              <a:rPr lang="en-US" altLang="ko-KR" sz="700" b="1" i="0" dirty="0">
                <a:solidFill>
                  <a:srgbClr val="000000"/>
                </a:solidFill>
                <a:latin typeface="+mn-ea"/>
              </a:rPr>
              <a:t>1.1</a:t>
            </a:r>
            <a:endParaRPr lang="ko-KR" altLang="en-US" sz="7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0" name="직사각형 259"/>
          <p:cNvSpPr/>
          <p:nvPr/>
        </p:nvSpPr>
        <p:spPr>
          <a:xfrm>
            <a:off x="4212942" y="1455404"/>
            <a:ext cx="324000" cy="1221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/>
            <a:r>
              <a:rPr lang="en-US" altLang="ko-KR" sz="700" b="1" i="0" dirty="0">
                <a:solidFill>
                  <a:srgbClr val="000000"/>
                </a:solidFill>
                <a:latin typeface="+mn-ea"/>
              </a:rPr>
              <a:t>1.2</a:t>
            </a:r>
            <a:endParaRPr lang="ko-KR" altLang="en-US" sz="7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4" name="직사각형 263"/>
          <p:cNvSpPr/>
          <p:nvPr/>
        </p:nvSpPr>
        <p:spPr>
          <a:xfrm>
            <a:off x="5283346" y="1455404"/>
            <a:ext cx="324000" cy="1221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/>
            <a:r>
              <a:rPr lang="en-US" altLang="ko-KR" sz="700" b="1" i="0" dirty="0">
                <a:solidFill>
                  <a:srgbClr val="000000"/>
                </a:solidFill>
                <a:latin typeface="+mn-ea"/>
              </a:rPr>
              <a:t>1.3</a:t>
            </a:r>
            <a:endParaRPr lang="ko-KR" altLang="en-US" sz="7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5" name="직사각형 264"/>
          <p:cNvSpPr/>
          <p:nvPr/>
        </p:nvSpPr>
        <p:spPr>
          <a:xfrm>
            <a:off x="6352763" y="1455404"/>
            <a:ext cx="324000" cy="1221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/>
            <a:r>
              <a:rPr lang="en-US" altLang="ko-KR" sz="700" b="1" i="0" dirty="0">
                <a:solidFill>
                  <a:srgbClr val="000000"/>
                </a:solidFill>
                <a:latin typeface="+mn-ea"/>
              </a:rPr>
              <a:t>1.4</a:t>
            </a:r>
            <a:endParaRPr lang="ko-KR" altLang="en-US" sz="7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6" name="직사각형 265"/>
          <p:cNvSpPr/>
          <p:nvPr/>
        </p:nvSpPr>
        <p:spPr>
          <a:xfrm>
            <a:off x="3143958" y="1851496"/>
            <a:ext cx="324000" cy="1221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/>
            <a:r>
              <a:rPr lang="en-US" altLang="ko-KR" sz="700" b="1" i="0" dirty="0">
                <a:solidFill>
                  <a:srgbClr val="000000"/>
                </a:solidFill>
                <a:latin typeface="+mn-ea"/>
              </a:rPr>
              <a:t>1.5</a:t>
            </a:r>
            <a:endParaRPr lang="ko-KR" altLang="en-US" sz="7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8" name="직사각형 267"/>
          <p:cNvSpPr/>
          <p:nvPr/>
        </p:nvSpPr>
        <p:spPr>
          <a:xfrm>
            <a:off x="4212942" y="1851496"/>
            <a:ext cx="324000" cy="1221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/>
            <a:r>
              <a:rPr lang="en-US" altLang="ko-KR" sz="700" b="1" i="0" dirty="0">
                <a:solidFill>
                  <a:srgbClr val="000000"/>
                </a:solidFill>
                <a:latin typeface="+mn-ea"/>
              </a:rPr>
              <a:t>1.6</a:t>
            </a:r>
            <a:endParaRPr lang="ko-KR" altLang="en-US" sz="7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9" name="직사각형 268"/>
          <p:cNvSpPr/>
          <p:nvPr/>
        </p:nvSpPr>
        <p:spPr>
          <a:xfrm>
            <a:off x="5280228" y="1855142"/>
            <a:ext cx="324000" cy="1221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/>
            <a:r>
              <a:rPr lang="en-US" altLang="ko-KR" sz="700" b="1" i="0" dirty="0">
                <a:solidFill>
                  <a:srgbClr val="000000"/>
                </a:solidFill>
                <a:latin typeface="+mn-ea"/>
              </a:rPr>
              <a:t>1.7</a:t>
            </a:r>
            <a:endParaRPr lang="ko-KR" altLang="en-US" sz="7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70" name="직사각형 269"/>
          <p:cNvSpPr/>
          <p:nvPr/>
        </p:nvSpPr>
        <p:spPr>
          <a:xfrm>
            <a:off x="6352763" y="1868683"/>
            <a:ext cx="324000" cy="1221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/>
            <a:r>
              <a:rPr lang="en-US" altLang="ko-KR" sz="700" b="1" i="0" dirty="0">
                <a:solidFill>
                  <a:srgbClr val="000000"/>
                </a:solidFill>
                <a:latin typeface="+mn-ea"/>
              </a:rPr>
              <a:t>1.8</a:t>
            </a:r>
            <a:endParaRPr lang="ko-KR" altLang="en-US" sz="7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71" name="직사각형 270"/>
          <p:cNvSpPr/>
          <p:nvPr/>
        </p:nvSpPr>
        <p:spPr>
          <a:xfrm>
            <a:off x="3140840" y="4102545"/>
            <a:ext cx="324000" cy="1221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/>
            <a:r>
              <a:rPr lang="en-US" altLang="ko-KR" sz="700" b="1" i="0" dirty="0">
                <a:solidFill>
                  <a:srgbClr val="000000"/>
                </a:solidFill>
                <a:latin typeface="+mn-ea"/>
              </a:rPr>
              <a:t>2.1</a:t>
            </a:r>
            <a:endParaRPr lang="ko-KR" altLang="en-US" sz="7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72" name="직사각형 271"/>
          <p:cNvSpPr/>
          <p:nvPr/>
        </p:nvSpPr>
        <p:spPr>
          <a:xfrm>
            <a:off x="3824579" y="4110444"/>
            <a:ext cx="324000" cy="1221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/>
            <a:r>
              <a:rPr lang="en-US" altLang="ko-KR" sz="700" b="1" i="0" dirty="0">
                <a:solidFill>
                  <a:srgbClr val="000000"/>
                </a:solidFill>
                <a:latin typeface="+mn-ea"/>
              </a:rPr>
              <a:t>2.2</a:t>
            </a:r>
            <a:endParaRPr lang="ko-KR" altLang="en-US" sz="7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73" name="직사각형 272"/>
          <p:cNvSpPr/>
          <p:nvPr/>
        </p:nvSpPr>
        <p:spPr>
          <a:xfrm>
            <a:off x="4500440" y="4110443"/>
            <a:ext cx="324000" cy="1221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/>
            <a:r>
              <a:rPr lang="en-US" altLang="ko-KR" sz="700" b="1" i="0" dirty="0">
                <a:solidFill>
                  <a:srgbClr val="000000"/>
                </a:solidFill>
                <a:latin typeface="+mn-ea"/>
              </a:rPr>
              <a:t>2.3</a:t>
            </a:r>
            <a:endParaRPr lang="ko-KR" altLang="en-US" sz="7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3660408" y="5684523"/>
            <a:ext cx="324000" cy="1221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/>
            <a:r>
              <a:rPr lang="en-US" altLang="ko-KR" sz="700" b="1" i="0" dirty="0">
                <a:solidFill>
                  <a:srgbClr val="000000"/>
                </a:solidFill>
                <a:latin typeface="+mn-ea"/>
              </a:rPr>
              <a:t>3.1</a:t>
            </a:r>
            <a:endParaRPr lang="ko-KR" altLang="en-US" sz="7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88" name="직사각형 287"/>
          <p:cNvSpPr/>
          <p:nvPr/>
        </p:nvSpPr>
        <p:spPr>
          <a:xfrm>
            <a:off x="4138795" y="5682259"/>
            <a:ext cx="324000" cy="1221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/>
            <a:r>
              <a:rPr lang="en-US" altLang="ko-KR" sz="700" b="1" i="0" dirty="0">
                <a:solidFill>
                  <a:srgbClr val="000000"/>
                </a:solidFill>
                <a:latin typeface="+mn-ea"/>
              </a:rPr>
              <a:t>3.2</a:t>
            </a:r>
            <a:endParaRPr lang="ko-KR" altLang="en-US" sz="7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90" name="직사각형 289"/>
          <p:cNvSpPr/>
          <p:nvPr/>
        </p:nvSpPr>
        <p:spPr>
          <a:xfrm>
            <a:off x="4815520" y="5682258"/>
            <a:ext cx="324000" cy="1221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/>
            <a:r>
              <a:rPr lang="en-US" altLang="ko-KR" sz="700" b="1" i="0" dirty="0">
                <a:solidFill>
                  <a:srgbClr val="000000"/>
                </a:solidFill>
                <a:latin typeface="+mn-ea"/>
              </a:rPr>
              <a:t>3.3</a:t>
            </a:r>
            <a:endParaRPr lang="ko-KR" altLang="en-US" sz="7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6223447" y="4223140"/>
            <a:ext cx="119278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latinLnBrk="1" hangingPunct="1">
              <a:spcBef>
                <a:spcPts val="0"/>
              </a:spcBef>
            </a:pPr>
            <a:r>
              <a:rPr lang="en-US" altLang="ko-KR" sz="800" i="0" dirty="0">
                <a:solidFill>
                  <a:srgbClr val="000000"/>
                </a:solidFill>
                <a:latin typeface="+mn-ea"/>
                <a:ea typeface="+mn-ea"/>
              </a:rPr>
              <a:t>OOOOO</a:t>
            </a:r>
          </a:p>
        </p:txBody>
      </p:sp>
      <p:sp>
        <p:nvSpPr>
          <p:cNvPr id="242" name="직사각형 241"/>
          <p:cNvSpPr/>
          <p:nvPr/>
        </p:nvSpPr>
        <p:spPr>
          <a:xfrm>
            <a:off x="6301236" y="5062003"/>
            <a:ext cx="66556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spcBef>
                <a:spcPts val="0"/>
              </a:spcBef>
            </a:pPr>
            <a:r>
              <a:rPr lang="en-US" altLang="ko-KR" sz="800" i="0" dirty="0">
                <a:solidFill>
                  <a:srgbClr val="000000"/>
                </a:solidFill>
                <a:latin typeface="+mn-ea"/>
                <a:ea typeface="+mn-ea"/>
              </a:rPr>
              <a:t>OOOOOO</a:t>
            </a:r>
          </a:p>
        </p:txBody>
      </p:sp>
      <p:sp>
        <p:nvSpPr>
          <p:cNvPr id="245" name="직사각형 244"/>
          <p:cNvSpPr/>
          <p:nvPr/>
        </p:nvSpPr>
        <p:spPr>
          <a:xfrm>
            <a:off x="6392695" y="5913100"/>
            <a:ext cx="58541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spcBef>
                <a:spcPts val="0"/>
              </a:spcBef>
            </a:pPr>
            <a:r>
              <a:rPr lang="en-US" altLang="ko-KR" sz="800" i="0" dirty="0">
                <a:solidFill>
                  <a:srgbClr val="000000"/>
                </a:solidFill>
                <a:latin typeface="+mn-ea"/>
                <a:ea typeface="+mn-ea"/>
              </a:rPr>
              <a:t>OOOOO</a:t>
            </a:r>
          </a:p>
        </p:txBody>
      </p:sp>
      <p:graphicFrame>
        <p:nvGraphicFramePr>
          <p:cNvPr id="9" name="개체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533174"/>
              </p:ext>
            </p:extLst>
          </p:nvPr>
        </p:nvGraphicFramePr>
        <p:xfrm>
          <a:off x="3129514" y="3209297"/>
          <a:ext cx="2968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2" name="Visio" r:id="rId20" imgW="741807" imgH="947725" progId="">
                  <p:embed/>
                </p:oleObj>
              </mc:Choice>
              <mc:Fallback>
                <p:oleObj name="Visio" r:id="rId20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9514" y="3209297"/>
                        <a:ext cx="29686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434714" y="3392056"/>
            <a:ext cx="605935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</a:t>
            </a:r>
            <a:r>
              <a:rPr lang="ko-KR" altLang="en-US" sz="800" i="0" dirty="0">
                <a:latin typeface="+mn-ea"/>
                <a:ea typeface="+mn-ea"/>
              </a:rPr>
              <a:t>서버</a:t>
            </a:r>
            <a:endParaRPr lang="en-US" altLang="ko-KR" sz="800" i="0" dirty="0">
              <a:latin typeface="+mn-ea"/>
              <a:ea typeface="+mn-ea"/>
            </a:endParaRPr>
          </a:p>
        </p:txBody>
      </p:sp>
      <p:sp>
        <p:nvSpPr>
          <p:cNvPr id="209" name="타원 208"/>
          <p:cNvSpPr/>
          <p:nvPr/>
        </p:nvSpPr>
        <p:spPr>
          <a:xfrm>
            <a:off x="6064585" y="2506578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1-7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46" name="타원 245"/>
          <p:cNvSpPr/>
          <p:nvPr/>
        </p:nvSpPr>
        <p:spPr>
          <a:xfrm>
            <a:off x="3317177" y="3239598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1-8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graphicFrame>
        <p:nvGraphicFramePr>
          <p:cNvPr id="248" name="개체 2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0335136"/>
              </p:ext>
            </p:extLst>
          </p:nvPr>
        </p:nvGraphicFramePr>
        <p:xfrm>
          <a:off x="5135462" y="4652282"/>
          <a:ext cx="296862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3" name="Visio" r:id="rId21" imgW="741807" imgH="947725" progId="">
                  <p:embed/>
                </p:oleObj>
              </mc:Choice>
              <mc:Fallback>
                <p:oleObj name="Visio" r:id="rId21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5462" y="4652282"/>
                        <a:ext cx="296862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" name="TextBox 248"/>
          <p:cNvSpPr txBox="1"/>
          <p:nvPr/>
        </p:nvSpPr>
        <p:spPr>
          <a:xfrm>
            <a:off x="5439972" y="4748779"/>
            <a:ext cx="647613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</a:t>
            </a:r>
          </a:p>
        </p:txBody>
      </p:sp>
      <p:graphicFrame>
        <p:nvGraphicFramePr>
          <p:cNvPr id="252" name="개체 2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0218"/>
              </p:ext>
            </p:extLst>
          </p:nvPr>
        </p:nvGraphicFramePr>
        <p:xfrm>
          <a:off x="5135462" y="5065553"/>
          <a:ext cx="296862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" name="Visio" r:id="rId22" imgW="741807" imgH="947725" progId="">
                  <p:embed/>
                </p:oleObj>
              </mc:Choice>
              <mc:Fallback>
                <p:oleObj name="Visio" r:id="rId22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5462" y="5065553"/>
                        <a:ext cx="296862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" name="TextBox 253"/>
          <p:cNvSpPr txBox="1"/>
          <p:nvPr/>
        </p:nvSpPr>
        <p:spPr>
          <a:xfrm>
            <a:off x="5439972" y="5162050"/>
            <a:ext cx="746748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OOOOOO</a:t>
            </a:r>
          </a:p>
        </p:txBody>
      </p:sp>
      <p:graphicFrame>
        <p:nvGraphicFramePr>
          <p:cNvPr id="255" name="개체 2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956941"/>
              </p:ext>
            </p:extLst>
          </p:nvPr>
        </p:nvGraphicFramePr>
        <p:xfrm>
          <a:off x="5159221" y="4204331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" name="Visio" r:id="rId23" imgW="741807" imgH="947725" progId="">
                  <p:embed/>
                </p:oleObj>
              </mc:Choice>
              <mc:Fallback>
                <p:oleObj name="Visio" r:id="rId23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221" y="4204331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" name="TextBox 255"/>
          <p:cNvSpPr txBox="1"/>
          <p:nvPr/>
        </p:nvSpPr>
        <p:spPr>
          <a:xfrm>
            <a:off x="5468286" y="4286315"/>
            <a:ext cx="320601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  <a:p>
            <a:pPr algn="l" eaLnBrk="1" hangingPunct="1">
              <a:spcBef>
                <a:spcPts val="0"/>
              </a:spcBef>
            </a:pPr>
            <a:endParaRPr lang="ko-KR" altLang="en-US" sz="6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57" name="타원 256"/>
          <p:cNvSpPr/>
          <p:nvPr/>
        </p:nvSpPr>
        <p:spPr>
          <a:xfrm>
            <a:off x="5302096" y="4171970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2-5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58" name="타원 257"/>
          <p:cNvSpPr/>
          <p:nvPr/>
        </p:nvSpPr>
        <p:spPr>
          <a:xfrm>
            <a:off x="5285235" y="4638692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2-6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61" name="타원 260"/>
          <p:cNvSpPr/>
          <p:nvPr/>
        </p:nvSpPr>
        <p:spPr>
          <a:xfrm>
            <a:off x="5251305" y="5045432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2-9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pic>
        <p:nvPicPr>
          <p:cNvPr id="263" name="Picture 60" descr="7500-7513Cisc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91902" y="5974508"/>
            <a:ext cx="224973" cy="288000"/>
          </a:xfrm>
          <a:prstGeom prst="rect">
            <a:avLst/>
          </a:prstGeom>
          <a:noFill/>
        </p:spPr>
      </p:pic>
      <p:sp>
        <p:nvSpPr>
          <p:cNvPr id="291" name="TextBox 290"/>
          <p:cNvSpPr txBox="1"/>
          <p:nvPr/>
        </p:nvSpPr>
        <p:spPr>
          <a:xfrm>
            <a:off x="8556438" y="6028378"/>
            <a:ext cx="6412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OOOOOOOO</a:t>
            </a:r>
          </a:p>
        </p:txBody>
      </p:sp>
      <p:sp>
        <p:nvSpPr>
          <p:cNvPr id="236" name="직사각형 235"/>
          <p:cNvSpPr/>
          <p:nvPr/>
        </p:nvSpPr>
        <p:spPr>
          <a:xfrm>
            <a:off x="382965" y="3696706"/>
            <a:ext cx="1517982" cy="2520000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>
              <a:solidFill>
                <a:srgbClr val="FFFFFF"/>
              </a:solidFill>
              <a:latin typeface="+mn-ea"/>
            </a:endParaRPr>
          </a:p>
        </p:txBody>
      </p:sp>
      <p:pic>
        <p:nvPicPr>
          <p:cNvPr id="262" name="Picture 5" descr="http://ifresco.co.uk/uploads/1332309327features_graphics_hero20090303.png">
            <a:hlinkClick r:id="rId24"/>
          </p:cNvPr>
          <p:cNvPicPr>
            <a:picLocks noChangeAspect="1" noChangeArrowheads="1"/>
          </p:cNvPicPr>
          <p:nvPr/>
        </p:nvPicPr>
        <p:blipFill>
          <a:blip r:embed="rId25" cstate="print"/>
          <a:srcRect l="18360" r="17921"/>
          <a:stretch>
            <a:fillRect/>
          </a:stretch>
        </p:blipFill>
        <p:spPr bwMode="auto">
          <a:xfrm>
            <a:off x="522761" y="4050501"/>
            <a:ext cx="545884" cy="360000"/>
          </a:xfrm>
          <a:prstGeom prst="rect">
            <a:avLst/>
          </a:prstGeom>
          <a:noFill/>
        </p:spPr>
      </p:pic>
      <p:grpSp>
        <p:nvGrpSpPr>
          <p:cNvPr id="292" name="그룹 291"/>
          <p:cNvGrpSpPr/>
          <p:nvPr/>
        </p:nvGrpSpPr>
        <p:grpSpPr>
          <a:xfrm>
            <a:off x="436452" y="3747185"/>
            <a:ext cx="496931" cy="208963"/>
            <a:chOff x="1341244" y="3264565"/>
            <a:chExt cx="496931" cy="208963"/>
          </a:xfrm>
        </p:grpSpPr>
        <p:sp>
          <p:nvSpPr>
            <p:cNvPr id="293" name="직사각형 102"/>
            <p:cNvSpPr>
              <a:spLocks noChangeArrowheads="1"/>
            </p:cNvSpPr>
            <p:nvPr/>
          </p:nvSpPr>
          <p:spPr bwMode="auto">
            <a:xfrm>
              <a:off x="1341244" y="3319640"/>
              <a:ext cx="496931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1" i="0" dirty="0">
                  <a:solidFill>
                    <a:srgbClr val="365792"/>
                  </a:solidFill>
                  <a:latin typeface="+mn-ea"/>
                  <a:ea typeface="+mn-ea"/>
                </a:rPr>
                <a:t>OOOOO</a:t>
              </a:r>
            </a:p>
          </p:txBody>
        </p:sp>
        <p:sp>
          <p:nvSpPr>
            <p:cNvPr id="294" name="직사각형 110"/>
            <p:cNvSpPr>
              <a:spLocks noChangeArrowheads="1"/>
            </p:cNvSpPr>
            <p:nvPr/>
          </p:nvSpPr>
          <p:spPr bwMode="auto">
            <a:xfrm>
              <a:off x="1341244" y="3264565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95" name="TextBox 294"/>
          <p:cNvSpPr txBox="1"/>
          <p:nvPr/>
        </p:nvSpPr>
        <p:spPr>
          <a:xfrm>
            <a:off x="1145099" y="4107391"/>
            <a:ext cx="55463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</a:t>
            </a:r>
          </a:p>
          <a:p>
            <a:pPr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Homepage</a:t>
            </a:r>
          </a:p>
        </p:txBody>
      </p:sp>
      <p:pic>
        <p:nvPicPr>
          <p:cNvPr id="296" name="Picture 5" descr="http://ifresco.co.uk/uploads/1332309327features_graphics_hero20090303.png">
            <a:hlinkClick r:id="rId24"/>
          </p:cNvPr>
          <p:cNvPicPr>
            <a:picLocks noChangeAspect="1" noChangeArrowheads="1"/>
          </p:cNvPicPr>
          <p:nvPr/>
        </p:nvPicPr>
        <p:blipFill>
          <a:blip r:embed="rId25" cstate="print"/>
          <a:srcRect l="18360" r="17921"/>
          <a:stretch>
            <a:fillRect/>
          </a:stretch>
        </p:blipFill>
        <p:spPr bwMode="auto">
          <a:xfrm>
            <a:off x="522761" y="4458154"/>
            <a:ext cx="545884" cy="360000"/>
          </a:xfrm>
          <a:prstGeom prst="rect">
            <a:avLst/>
          </a:prstGeom>
          <a:noFill/>
        </p:spPr>
      </p:pic>
      <p:sp>
        <p:nvSpPr>
          <p:cNvPr id="297" name="TextBox 296"/>
          <p:cNvSpPr txBox="1"/>
          <p:nvPr/>
        </p:nvSpPr>
        <p:spPr>
          <a:xfrm>
            <a:off x="1145098" y="4515044"/>
            <a:ext cx="50975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Homepage</a:t>
            </a:r>
          </a:p>
        </p:txBody>
      </p:sp>
      <p:pic>
        <p:nvPicPr>
          <p:cNvPr id="298" name="Picture 4" descr="C:\Users\CJ-USER\Pictures\iphone.png"/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23" y="4934649"/>
            <a:ext cx="338464" cy="33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Picture 4" descr="C:\Users\CJ-USER\Pictures\iphone.png"/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23" y="5340127"/>
            <a:ext cx="338464" cy="33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Picture 4" descr="C:\Users\CJ-USER\Pictures\iphone.png"/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23" y="5745606"/>
            <a:ext cx="338464" cy="33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1" name="TextBox 300"/>
          <p:cNvSpPr txBox="1"/>
          <p:nvPr/>
        </p:nvSpPr>
        <p:spPr>
          <a:xfrm>
            <a:off x="1147835" y="4976923"/>
            <a:ext cx="572273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Mobile Web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147835" y="5382401"/>
            <a:ext cx="548227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</a:t>
            </a:r>
          </a:p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Mobile App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147835" y="5787880"/>
            <a:ext cx="572273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Mobile Web</a:t>
            </a:r>
          </a:p>
        </p:txBody>
      </p:sp>
      <p:pic>
        <p:nvPicPr>
          <p:cNvPr id="304" name="Picture 5" descr="http://ifresco.co.uk/uploads/1332309327features_graphics_hero20090303.png">
            <a:hlinkClick r:id="rId24"/>
          </p:cNvPr>
          <p:cNvPicPr>
            <a:picLocks noChangeAspect="1" noChangeArrowheads="1"/>
          </p:cNvPicPr>
          <p:nvPr/>
        </p:nvPicPr>
        <p:blipFill>
          <a:blip r:embed="rId25" cstate="print"/>
          <a:srcRect l="18360" r="17921"/>
          <a:stretch>
            <a:fillRect/>
          </a:stretch>
        </p:blipFill>
        <p:spPr bwMode="auto">
          <a:xfrm>
            <a:off x="584680" y="1454421"/>
            <a:ext cx="545884" cy="360000"/>
          </a:xfrm>
          <a:prstGeom prst="rect">
            <a:avLst/>
          </a:prstGeom>
          <a:noFill/>
        </p:spPr>
      </p:pic>
      <p:sp>
        <p:nvSpPr>
          <p:cNvPr id="305" name="TextBox 304"/>
          <p:cNvSpPr txBox="1"/>
          <p:nvPr/>
        </p:nvSpPr>
        <p:spPr>
          <a:xfrm>
            <a:off x="1207017" y="1572866"/>
            <a:ext cx="469680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ko-KR" altLang="en-US" sz="800" i="0" dirty="0">
                <a:latin typeface="+mn-ea"/>
                <a:ea typeface="+mn-ea"/>
              </a:rPr>
              <a:t>사무실 </a:t>
            </a:r>
            <a:r>
              <a:rPr lang="en-US" altLang="ko-KR" sz="800" i="0" dirty="0">
                <a:latin typeface="+mn-ea"/>
                <a:ea typeface="+mn-ea"/>
              </a:rPr>
              <a:t>PC</a:t>
            </a:r>
          </a:p>
        </p:txBody>
      </p:sp>
      <p:pic>
        <p:nvPicPr>
          <p:cNvPr id="306" name="Picture 5" descr="http://ifresco.co.uk/uploads/1332309327features_graphics_hero20090303.png">
            <a:hlinkClick r:id="rId24"/>
          </p:cNvPr>
          <p:cNvPicPr>
            <a:picLocks noChangeAspect="1" noChangeArrowheads="1"/>
          </p:cNvPicPr>
          <p:nvPr/>
        </p:nvPicPr>
        <p:blipFill>
          <a:blip r:embed="rId25" cstate="print"/>
          <a:srcRect l="18360" r="17921"/>
          <a:stretch>
            <a:fillRect/>
          </a:stretch>
        </p:blipFill>
        <p:spPr bwMode="auto">
          <a:xfrm>
            <a:off x="589169" y="2071154"/>
            <a:ext cx="545884" cy="360000"/>
          </a:xfrm>
          <a:prstGeom prst="rect">
            <a:avLst/>
          </a:prstGeom>
          <a:noFill/>
        </p:spPr>
      </p:pic>
      <p:pic>
        <p:nvPicPr>
          <p:cNvPr id="307" name="Picture 5" descr="http://ifresco.co.uk/uploads/1332309327features_graphics_hero20090303.png">
            <a:hlinkClick r:id="rId24"/>
          </p:cNvPr>
          <p:cNvPicPr>
            <a:picLocks noChangeAspect="1" noChangeArrowheads="1"/>
          </p:cNvPicPr>
          <p:nvPr/>
        </p:nvPicPr>
        <p:blipFill>
          <a:blip r:embed="rId25" cstate="print"/>
          <a:srcRect l="18360" r="17921"/>
          <a:stretch>
            <a:fillRect/>
          </a:stretch>
        </p:blipFill>
        <p:spPr bwMode="auto">
          <a:xfrm>
            <a:off x="582508" y="2578031"/>
            <a:ext cx="545884" cy="360000"/>
          </a:xfrm>
          <a:prstGeom prst="rect">
            <a:avLst/>
          </a:prstGeom>
          <a:noFill/>
        </p:spPr>
      </p:pic>
      <p:sp>
        <p:nvSpPr>
          <p:cNvPr id="308" name="TextBox 307"/>
          <p:cNvSpPr txBox="1"/>
          <p:nvPr/>
        </p:nvSpPr>
        <p:spPr>
          <a:xfrm>
            <a:off x="1198244" y="2708320"/>
            <a:ext cx="40075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198244" y="2154503"/>
            <a:ext cx="160300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</a:t>
            </a:r>
          </a:p>
        </p:txBody>
      </p:sp>
    </p:spTree>
    <p:extLst>
      <p:ext uri="{BB962C8B-B14F-4D97-AF65-F5344CB8AC3E}">
        <p14:creationId xmlns:p14="http://schemas.microsoft.com/office/powerpoint/2010/main" val="1014588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6" name="직선 연결선 255"/>
          <p:cNvCxnSpPr/>
          <p:nvPr/>
        </p:nvCxnSpPr>
        <p:spPr>
          <a:xfrm>
            <a:off x="1968792" y="5830508"/>
            <a:ext cx="3602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직선 연결선 254"/>
          <p:cNvCxnSpPr/>
          <p:nvPr/>
        </p:nvCxnSpPr>
        <p:spPr>
          <a:xfrm>
            <a:off x="1971553" y="4715413"/>
            <a:ext cx="3602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직선 연결선 253"/>
          <p:cNvCxnSpPr/>
          <p:nvPr/>
        </p:nvCxnSpPr>
        <p:spPr>
          <a:xfrm>
            <a:off x="1983429" y="3503014"/>
            <a:ext cx="3602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직선 연결선 250"/>
          <p:cNvCxnSpPr/>
          <p:nvPr/>
        </p:nvCxnSpPr>
        <p:spPr>
          <a:xfrm>
            <a:off x="1971553" y="1525238"/>
            <a:ext cx="3602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/>
          <p:cNvCxnSpPr/>
          <p:nvPr/>
        </p:nvCxnSpPr>
        <p:spPr>
          <a:xfrm>
            <a:off x="1983429" y="1162671"/>
            <a:ext cx="3602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/>
          <p:cNvCxnSpPr>
            <a:endCxn id="3" idx="3"/>
          </p:cNvCxnSpPr>
          <p:nvPr/>
        </p:nvCxnSpPr>
        <p:spPr bwMode="auto">
          <a:xfrm>
            <a:off x="1088018" y="3681310"/>
            <a:ext cx="0" cy="6561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2" name="직사각형 241"/>
          <p:cNvSpPr/>
          <p:nvPr/>
        </p:nvSpPr>
        <p:spPr>
          <a:xfrm>
            <a:off x="2519534" y="5381625"/>
            <a:ext cx="3279286" cy="1130602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41" name="직사각형 240"/>
          <p:cNvSpPr/>
          <p:nvPr/>
        </p:nvSpPr>
        <p:spPr>
          <a:xfrm>
            <a:off x="2519534" y="4340572"/>
            <a:ext cx="3279286" cy="957946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38" name="직사각형 237"/>
          <p:cNvSpPr/>
          <p:nvPr/>
        </p:nvSpPr>
        <p:spPr>
          <a:xfrm>
            <a:off x="2519534" y="3045578"/>
            <a:ext cx="3279286" cy="1211886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37" name="직사각형 236"/>
          <p:cNvSpPr/>
          <p:nvPr/>
        </p:nvSpPr>
        <p:spPr>
          <a:xfrm>
            <a:off x="2519534" y="1875265"/>
            <a:ext cx="3279286" cy="1087205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30" name="직사각형 229"/>
          <p:cNvSpPr/>
          <p:nvPr/>
        </p:nvSpPr>
        <p:spPr>
          <a:xfrm>
            <a:off x="2519534" y="728800"/>
            <a:ext cx="3279286" cy="1063357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27" name="직사각형 226"/>
          <p:cNvSpPr/>
          <p:nvPr/>
        </p:nvSpPr>
        <p:spPr>
          <a:xfrm>
            <a:off x="6023353" y="3278446"/>
            <a:ext cx="3755173" cy="1567111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6023353" y="4907016"/>
            <a:ext cx="3755173" cy="1567111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25" name="직사각형 224"/>
          <p:cNvSpPr/>
          <p:nvPr/>
        </p:nvSpPr>
        <p:spPr>
          <a:xfrm>
            <a:off x="6023353" y="728800"/>
            <a:ext cx="3755173" cy="1213364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26" name="직사각형 225"/>
          <p:cNvSpPr/>
          <p:nvPr/>
        </p:nvSpPr>
        <p:spPr>
          <a:xfrm>
            <a:off x="6023353" y="2003623"/>
            <a:ext cx="3755173" cy="1213364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76" name="직사각형 375"/>
          <p:cNvSpPr/>
          <p:nvPr/>
        </p:nvSpPr>
        <p:spPr>
          <a:xfrm>
            <a:off x="186643" y="766900"/>
            <a:ext cx="1548000" cy="2915442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2" name="그룹 400"/>
          <p:cNvGrpSpPr/>
          <p:nvPr/>
        </p:nvGrpSpPr>
        <p:grpSpPr>
          <a:xfrm>
            <a:off x="186643" y="781559"/>
            <a:ext cx="1548000" cy="220181"/>
            <a:chOff x="729755" y="2866150"/>
            <a:chExt cx="289419" cy="3490279"/>
          </a:xfrm>
        </p:grpSpPr>
        <p:sp>
          <p:nvSpPr>
            <p:cNvPr id="405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406" name="직사각형 405"/>
            <p:cNvSpPr/>
            <p:nvPr/>
          </p:nvSpPr>
          <p:spPr>
            <a:xfrm>
              <a:off x="758577" y="3429129"/>
              <a:ext cx="240679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 err="1">
                  <a:solidFill>
                    <a:srgbClr val="3768C8"/>
                  </a:solidFill>
                  <a:latin typeface="+mn-ea"/>
                  <a:ea typeface="+mn-ea"/>
                </a:rPr>
                <a:t>oooo</a:t>
              </a:r>
              <a:r>
                <a:rPr lang="en-US" altLang="ko-KR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 CLIENT</a:t>
              </a:r>
            </a:p>
          </p:txBody>
        </p:sp>
      </p:grp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250826" y="214773"/>
            <a:ext cx="4537075" cy="304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just" defTabSz="190473" eaLnBrk="1" latinLnBrk="1" hangingPunct="1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ko-KR" sz="1800" b="1" i="0" dirty="0">
                <a:solidFill>
                  <a:srgbClr val="000000"/>
                </a:solidFill>
                <a:latin typeface="+mn-ea"/>
                <a:ea typeface="+mn-ea"/>
              </a:rPr>
              <a:t>2. OOO  </a:t>
            </a:r>
            <a:r>
              <a:rPr lang="ko-KR" altLang="en-US" sz="1800" b="1" i="0" dirty="0">
                <a:solidFill>
                  <a:srgbClr val="000000"/>
                </a:solidFill>
                <a:latin typeface="+mn-ea"/>
                <a:ea typeface="+mn-ea"/>
              </a:rPr>
              <a:t>인프라  구성도</a:t>
            </a:r>
          </a:p>
        </p:txBody>
      </p:sp>
      <p:grpSp>
        <p:nvGrpSpPr>
          <p:cNvPr id="4" name="그룹 234"/>
          <p:cNvGrpSpPr/>
          <p:nvPr/>
        </p:nvGrpSpPr>
        <p:grpSpPr>
          <a:xfrm>
            <a:off x="6023353" y="722450"/>
            <a:ext cx="3754079" cy="214866"/>
            <a:chOff x="729755" y="2866150"/>
            <a:chExt cx="289419" cy="3406026"/>
          </a:xfrm>
        </p:grpSpPr>
        <p:sp>
          <p:nvSpPr>
            <p:cNvPr id="236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39" name="직사각형 238"/>
            <p:cNvSpPr/>
            <p:nvPr/>
          </p:nvSpPr>
          <p:spPr>
            <a:xfrm>
              <a:off x="785871" y="3088155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 err="1">
                  <a:solidFill>
                    <a:srgbClr val="3768C8"/>
                  </a:solidFill>
                  <a:latin typeface="+mn-ea"/>
                  <a:ea typeface="+mn-ea"/>
                </a:rPr>
                <a:t>oooo</a:t>
              </a:r>
              <a:endParaRPr lang="en-US" altLang="ko-KR" sz="1200" b="1" i="0" dirty="0">
                <a:solidFill>
                  <a:srgbClr val="3768C8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95" name="타원 194"/>
          <p:cNvSpPr/>
          <p:nvPr/>
        </p:nvSpPr>
        <p:spPr>
          <a:xfrm>
            <a:off x="7040529" y="766900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2-6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pic>
        <p:nvPicPr>
          <p:cNvPr id="200" name="Picture 5" descr="http://ifresco.co.uk/uploads/1332309327features_graphics_hero20090303.pn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 l="18360" r="17921"/>
          <a:stretch>
            <a:fillRect/>
          </a:stretch>
        </p:blipFill>
        <p:spPr bwMode="auto">
          <a:xfrm>
            <a:off x="443251" y="1263017"/>
            <a:ext cx="545884" cy="360000"/>
          </a:xfrm>
          <a:prstGeom prst="rect">
            <a:avLst/>
          </a:prstGeom>
          <a:noFill/>
        </p:spPr>
      </p:pic>
      <p:sp>
        <p:nvSpPr>
          <p:cNvPr id="201" name="TextBox 200"/>
          <p:cNvSpPr txBox="1"/>
          <p:nvPr/>
        </p:nvSpPr>
        <p:spPr>
          <a:xfrm>
            <a:off x="1059177" y="1319907"/>
            <a:ext cx="41037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n-US" altLang="ko-KR" sz="800" i="0" dirty="0" err="1">
                <a:latin typeface="+mn-ea"/>
                <a:ea typeface="+mn-ea"/>
              </a:rPr>
              <a:t>Oooo</a:t>
            </a:r>
            <a:endParaRPr lang="en-US" altLang="ko-KR" sz="800" i="0" dirty="0">
              <a:latin typeface="+mn-ea"/>
              <a:ea typeface="+mn-ea"/>
            </a:endParaRPr>
          </a:p>
          <a:p>
            <a:pPr eaLnBrk="1" hangingPunct="1">
              <a:spcBef>
                <a:spcPts val="0"/>
              </a:spcBef>
            </a:pPr>
            <a:r>
              <a:rPr lang="ko-KR" altLang="en-US" sz="800" i="0" dirty="0">
                <a:latin typeface="+mn-ea"/>
                <a:ea typeface="+mn-ea"/>
              </a:rPr>
              <a:t>홈페이지</a:t>
            </a:r>
            <a:endParaRPr lang="en-US" altLang="ko-KR" sz="800" i="0" dirty="0">
              <a:latin typeface="+mn-ea"/>
              <a:ea typeface="+mn-ea"/>
            </a:endParaRPr>
          </a:p>
        </p:txBody>
      </p:sp>
      <p:grpSp>
        <p:nvGrpSpPr>
          <p:cNvPr id="5" name="그룹 234"/>
          <p:cNvGrpSpPr/>
          <p:nvPr/>
        </p:nvGrpSpPr>
        <p:grpSpPr>
          <a:xfrm>
            <a:off x="2538189" y="722450"/>
            <a:ext cx="3266948" cy="214866"/>
            <a:chOff x="729755" y="2866150"/>
            <a:chExt cx="289419" cy="3406026"/>
          </a:xfrm>
        </p:grpSpPr>
        <p:sp>
          <p:nvSpPr>
            <p:cNvPr id="53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785871" y="3088155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 err="1">
                  <a:solidFill>
                    <a:srgbClr val="3768C8"/>
                  </a:solidFill>
                  <a:latin typeface="+mn-ea"/>
                  <a:ea typeface="+mn-ea"/>
                </a:rPr>
                <a:t>ooooo</a:t>
              </a:r>
              <a:endParaRPr lang="en-US" altLang="ko-KR" sz="1200" b="1" i="0" dirty="0">
                <a:solidFill>
                  <a:srgbClr val="3768C8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93" name="타원 192"/>
          <p:cNvSpPr/>
          <p:nvPr/>
        </p:nvSpPr>
        <p:spPr>
          <a:xfrm>
            <a:off x="3237120" y="774230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2-1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6" name="그룹 234"/>
          <p:cNvGrpSpPr/>
          <p:nvPr/>
        </p:nvGrpSpPr>
        <p:grpSpPr>
          <a:xfrm>
            <a:off x="2513346" y="1865570"/>
            <a:ext cx="3292574" cy="214866"/>
            <a:chOff x="729755" y="2866150"/>
            <a:chExt cx="289419" cy="3406026"/>
          </a:xfrm>
        </p:grpSpPr>
        <p:sp>
          <p:nvSpPr>
            <p:cNvPr id="62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785871" y="3088155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 err="1">
                  <a:solidFill>
                    <a:srgbClr val="3768C8"/>
                  </a:solidFill>
                  <a:latin typeface="+mn-ea"/>
                  <a:ea typeface="+mn-ea"/>
                </a:rPr>
                <a:t>ooooo</a:t>
              </a:r>
              <a:endParaRPr lang="en-US" altLang="ko-KR" sz="1200" b="1" i="0" dirty="0">
                <a:solidFill>
                  <a:srgbClr val="3768C8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4" name="타원 63"/>
          <p:cNvSpPr/>
          <p:nvPr/>
        </p:nvSpPr>
        <p:spPr>
          <a:xfrm>
            <a:off x="3237120" y="1919566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2-2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7" name="그룹 234"/>
          <p:cNvGrpSpPr/>
          <p:nvPr/>
        </p:nvGrpSpPr>
        <p:grpSpPr>
          <a:xfrm>
            <a:off x="2519534" y="3042302"/>
            <a:ext cx="3286191" cy="214866"/>
            <a:chOff x="729755" y="2866150"/>
            <a:chExt cx="289419" cy="3406026"/>
          </a:xfrm>
        </p:grpSpPr>
        <p:sp>
          <p:nvSpPr>
            <p:cNvPr id="66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785871" y="3088155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 err="1">
                  <a:solidFill>
                    <a:srgbClr val="3768C8"/>
                  </a:solidFill>
                  <a:latin typeface="+mn-ea"/>
                  <a:ea typeface="+mn-ea"/>
                </a:rPr>
                <a:t>ooooo</a:t>
              </a:r>
              <a:endParaRPr lang="en-US" altLang="ko-KR" sz="1200" b="1" i="0" dirty="0">
                <a:solidFill>
                  <a:srgbClr val="3768C8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8" name="타원 67"/>
          <p:cNvSpPr/>
          <p:nvPr/>
        </p:nvSpPr>
        <p:spPr>
          <a:xfrm>
            <a:off x="3237120" y="3104276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2-3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8" name="그룹 234"/>
          <p:cNvGrpSpPr/>
          <p:nvPr/>
        </p:nvGrpSpPr>
        <p:grpSpPr>
          <a:xfrm>
            <a:off x="2533830" y="4353275"/>
            <a:ext cx="3264895" cy="214866"/>
            <a:chOff x="729755" y="2866150"/>
            <a:chExt cx="289419" cy="3406026"/>
          </a:xfrm>
        </p:grpSpPr>
        <p:sp>
          <p:nvSpPr>
            <p:cNvPr id="70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785871" y="3088155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 err="1">
                  <a:solidFill>
                    <a:srgbClr val="3768C8"/>
                  </a:solidFill>
                  <a:latin typeface="+mn-ea"/>
                  <a:ea typeface="+mn-ea"/>
                </a:rPr>
                <a:t>Ooooo</a:t>
              </a:r>
              <a:r>
                <a:rPr lang="en-US" altLang="ko-KR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 WEB</a:t>
              </a:r>
            </a:p>
          </p:txBody>
        </p:sp>
      </p:grpSp>
      <p:sp>
        <p:nvSpPr>
          <p:cNvPr id="72" name="타원 71"/>
          <p:cNvSpPr/>
          <p:nvPr/>
        </p:nvSpPr>
        <p:spPr>
          <a:xfrm>
            <a:off x="3237120" y="4407987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2-4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9" name="그룹 234"/>
          <p:cNvGrpSpPr/>
          <p:nvPr/>
        </p:nvGrpSpPr>
        <p:grpSpPr>
          <a:xfrm>
            <a:off x="2530962" y="5356794"/>
            <a:ext cx="3267858" cy="214866"/>
            <a:chOff x="729755" y="2866150"/>
            <a:chExt cx="289419" cy="3406026"/>
          </a:xfrm>
        </p:grpSpPr>
        <p:sp>
          <p:nvSpPr>
            <p:cNvPr id="74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785871" y="3088155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OOOO</a:t>
              </a:r>
            </a:p>
          </p:txBody>
        </p:sp>
      </p:grpSp>
      <p:sp>
        <p:nvSpPr>
          <p:cNvPr id="76" name="타원 75"/>
          <p:cNvSpPr/>
          <p:nvPr/>
        </p:nvSpPr>
        <p:spPr>
          <a:xfrm>
            <a:off x="3237120" y="5405156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2-5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10" name="그룹 234"/>
          <p:cNvGrpSpPr/>
          <p:nvPr/>
        </p:nvGrpSpPr>
        <p:grpSpPr>
          <a:xfrm>
            <a:off x="6023353" y="1985294"/>
            <a:ext cx="3754079" cy="214866"/>
            <a:chOff x="729755" y="2866150"/>
            <a:chExt cx="289419" cy="3406026"/>
          </a:xfrm>
        </p:grpSpPr>
        <p:sp>
          <p:nvSpPr>
            <p:cNvPr id="78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785871" y="3088155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 err="1">
                  <a:solidFill>
                    <a:srgbClr val="3768C8"/>
                  </a:solidFill>
                  <a:latin typeface="+mn-ea"/>
                  <a:ea typeface="+mn-ea"/>
                </a:rPr>
                <a:t>oooooo</a:t>
              </a:r>
              <a:endParaRPr lang="en-US" altLang="ko-KR" sz="1200" b="1" i="0" dirty="0">
                <a:solidFill>
                  <a:srgbClr val="3768C8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80" name="타원 79"/>
          <p:cNvSpPr/>
          <p:nvPr/>
        </p:nvSpPr>
        <p:spPr>
          <a:xfrm>
            <a:off x="7040529" y="2044019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2-9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11" name="그룹 234"/>
          <p:cNvGrpSpPr/>
          <p:nvPr/>
        </p:nvGrpSpPr>
        <p:grpSpPr>
          <a:xfrm>
            <a:off x="6023359" y="3276739"/>
            <a:ext cx="3754073" cy="214866"/>
            <a:chOff x="729755" y="2866150"/>
            <a:chExt cx="289419" cy="3406026"/>
          </a:xfrm>
        </p:grpSpPr>
        <p:sp>
          <p:nvSpPr>
            <p:cNvPr id="82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785871" y="3088155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 err="1">
                  <a:solidFill>
                    <a:srgbClr val="3768C8"/>
                  </a:solidFill>
                  <a:latin typeface="+mn-ea"/>
                  <a:ea typeface="+mn-ea"/>
                </a:rPr>
                <a:t>Oooo</a:t>
              </a:r>
              <a:r>
                <a:rPr lang="en-US" altLang="ko-KR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 DB</a:t>
              </a:r>
            </a:p>
          </p:txBody>
        </p:sp>
      </p:grpSp>
      <p:sp>
        <p:nvSpPr>
          <p:cNvPr id="84" name="타원 83"/>
          <p:cNvSpPr/>
          <p:nvPr/>
        </p:nvSpPr>
        <p:spPr>
          <a:xfrm>
            <a:off x="7040529" y="3326417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2-7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12" name="그룹 234"/>
          <p:cNvGrpSpPr/>
          <p:nvPr/>
        </p:nvGrpSpPr>
        <p:grpSpPr>
          <a:xfrm>
            <a:off x="6023364" y="4911604"/>
            <a:ext cx="3754067" cy="214866"/>
            <a:chOff x="729755" y="2866150"/>
            <a:chExt cx="289419" cy="3406026"/>
          </a:xfrm>
        </p:grpSpPr>
        <p:sp>
          <p:nvSpPr>
            <p:cNvPr id="86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785871" y="3088155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 err="1">
                  <a:solidFill>
                    <a:srgbClr val="3768C8"/>
                  </a:solidFill>
                  <a:latin typeface="+mn-ea"/>
                  <a:ea typeface="+mn-ea"/>
                </a:rPr>
                <a:t>Ooo</a:t>
              </a:r>
              <a:r>
                <a:rPr lang="en-US" altLang="ko-KR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 DB</a:t>
              </a:r>
            </a:p>
          </p:txBody>
        </p:sp>
      </p:grpSp>
      <p:sp>
        <p:nvSpPr>
          <p:cNvPr id="88" name="타원 87"/>
          <p:cNvSpPr/>
          <p:nvPr/>
        </p:nvSpPr>
        <p:spPr>
          <a:xfrm>
            <a:off x="7040529" y="4966484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2-8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pic>
        <p:nvPicPr>
          <p:cNvPr id="102" name="Picture 5" descr="http://ifresco.co.uk/uploads/1332309327features_graphics_hero20090303.pn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 l="18360" r="17921"/>
          <a:stretch>
            <a:fillRect/>
          </a:stretch>
        </p:blipFill>
        <p:spPr bwMode="auto">
          <a:xfrm>
            <a:off x="428882" y="1688844"/>
            <a:ext cx="545884" cy="360000"/>
          </a:xfrm>
          <a:prstGeom prst="rect">
            <a:avLst/>
          </a:prstGeom>
          <a:noFill/>
        </p:spPr>
      </p:pic>
      <p:sp>
        <p:nvSpPr>
          <p:cNvPr id="105" name="TextBox 104"/>
          <p:cNvSpPr txBox="1"/>
          <p:nvPr/>
        </p:nvSpPr>
        <p:spPr>
          <a:xfrm>
            <a:off x="1044810" y="1745734"/>
            <a:ext cx="41037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n-US" altLang="ko-KR" sz="800" i="0" dirty="0" err="1">
                <a:latin typeface="+mn-ea"/>
                <a:ea typeface="+mn-ea"/>
              </a:rPr>
              <a:t>ooo</a:t>
            </a:r>
            <a:endParaRPr lang="en-US" altLang="ko-KR" sz="800" i="0" dirty="0">
              <a:latin typeface="+mn-ea"/>
              <a:ea typeface="+mn-ea"/>
            </a:endParaRPr>
          </a:p>
          <a:p>
            <a:pPr eaLnBrk="1" hangingPunct="1">
              <a:spcBef>
                <a:spcPts val="0"/>
              </a:spcBef>
            </a:pPr>
            <a:r>
              <a:rPr lang="ko-KR" altLang="en-US" sz="800" i="0" dirty="0">
                <a:latin typeface="+mn-ea"/>
                <a:ea typeface="+mn-ea"/>
              </a:rPr>
              <a:t>홈페이지</a:t>
            </a:r>
            <a:endParaRPr lang="en-US" altLang="ko-KR" sz="800" i="0" dirty="0">
              <a:latin typeface="+mn-ea"/>
              <a:ea typeface="+mn-ea"/>
            </a:endParaRPr>
          </a:p>
        </p:txBody>
      </p:sp>
      <p:pic>
        <p:nvPicPr>
          <p:cNvPr id="111" name="Picture 4" descr="C:\Users\CJ-USER\Pictures\iphone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08" y="2145517"/>
            <a:ext cx="338464" cy="33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/>
          <p:cNvSpPr txBox="1"/>
          <p:nvPr/>
        </p:nvSpPr>
        <p:spPr>
          <a:xfrm>
            <a:off x="872572" y="2194615"/>
            <a:ext cx="548227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 err="1">
                <a:latin typeface="+mn-ea"/>
                <a:ea typeface="+mn-ea"/>
              </a:rPr>
              <a:t>oooo</a:t>
            </a:r>
            <a:endParaRPr lang="en-US" altLang="ko-KR" sz="800" i="0" dirty="0">
              <a:latin typeface="+mn-ea"/>
              <a:ea typeface="+mn-ea"/>
            </a:endParaRPr>
          </a:p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Mobile App</a:t>
            </a:r>
          </a:p>
        </p:txBody>
      </p:sp>
      <p:pic>
        <p:nvPicPr>
          <p:cNvPr id="113" name="Picture 4" descr="C:\Users\CJ-USER\Pictures\iphone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80" y="2591349"/>
            <a:ext cx="338464" cy="33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TextBox 113"/>
          <p:cNvSpPr txBox="1"/>
          <p:nvPr/>
        </p:nvSpPr>
        <p:spPr>
          <a:xfrm>
            <a:off x="874844" y="2640447"/>
            <a:ext cx="572273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 err="1">
                <a:latin typeface="+mn-ea"/>
                <a:ea typeface="+mn-ea"/>
              </a:rPr>
              <a:t>ooo</a:t>
            </a:r>
            <a:endParaRPr lang="en-US" altLang="ko-KR" sz="800" i="0" dirty="0">
              <a:latin typeface="+mn-ea"/>
              <a:ea typeface="+mn-ea"/>
            </a:endParaRPr>
          </a:p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Mobile Web</a:t>
            </a:r>
          </a:p>
        </p:txBody>
      </p:sp>
      <p:pic>
        <p:nvPicPr>
          <p:cNvPr id="115" name="Picture 4" descr="C:\Users\CJ-USER\Pictures\iphone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80" y="3069029"/>
            <a:ext cx="338464" cy="33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TextBox 115"/>
          <p:cNvSpPr txBox="1"/>
          <p:nvPr/>
        </p:nvSpPr>
        <p:spPr>
          <a:xfrm>
            <a:off x="874844" y="3118127"/>
            <a:ext cx="548227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 err="1">
                <a:latin typeface="+mn-ea"/>
                <a:ea typeface="+mn-ea"/>
              </a:rPr>
              <a:t>ooooo</a:t>
            </a:r>
            <a:endParaRPr lang="en-US" altLang="ko-KR" sz="800" i="0" dirty="0">
              <a:latin typeface="+mn-ea"/>
              <a:ea typeface="+mn-ea"/>
            </a:endParaRPr>
          </a:p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Mobile App</a:t>
            </a:r>
          </a:p>
        </p:txBody>
      </p:sp>
      <p:sp>
        <p:nvSpPr>
          <p:cNvPr id="57" name="Text Box 22"/>
          <p:cNvSpPr txBox="1">
            <a:spLocks noChangeArrowheads="1"/>
          </p:cNvSpPr>
          <p:nvPr/>
        </p:nvSpPr>
        <p:spPr bwMode="auto">
          <a:xfrm>
            <a:off x="3472178" y="1047373"/>
            <a:ext cx="1080635" cy="246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OOOOOOOOOOOOOOOOOO</a:t>
            </a:r>
          </a:p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#000 – 000  , #000</a:t>
            </a:r>
          </a:p>
        </p:txBody>
      </p:sp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571128"/>
              </p:ext>
            </p:extLst>
          </p:nvPr>
        </p:nvGraphicFramePr>
        <p:xfrm>
          <a:off x="4519888" y="1456153"/>
          <a:ext cx="1198351" cy="332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59">
                <a:tc rowSpan="4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서버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MEM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OS/</a:t>
                      </a: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백업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1221913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3" name="Text Box 22"/>
          <p:cNvSpPr txBox="1">
            <a:spLocks noChangeArrowheads="1"/>
          </p:cNvSpPr>
          <p:nvPr/>
        </p:nvSpPr>
        <p:spPr bwMode="auto">
          <a:xfrm>
            <a:off x="6203562" y="1311531"/>
            <a:ext cx="1249389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algn="ctr"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OOOOOO </a:t>
            </a:r>
            <a:r>
              <a:rPr lang="ko-KR" altLang="en-US" sz="500" i="0" dirty="0">
                <a:solidFill>
                  <a:srgbClr val="000000"/>
                </a:solidFill>
                <a:latin typeface="+mn-ea"/>
                <a:ea typeface="+mn-ea"/>
              </a:rPr>
              <a:t>서버</a:t>
            </a:r>
            <a:endParaRPr lang="en-US" altLang="ko-KR" sz="5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94" name="Text Box 22"/>
          <p:cNvSpPr txBox="1">
            <a:spLocks noChangeArrowheads="1"/>
          </p:cNvSpPr>
          <p:nvPr/>
        </p:nvSpPr>
        <p:spPr bwMode="auto">
          <a:xfrm>
            <a:off x="8929622" y="1359917"/>
            <a:ext cx="858550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OOOOOOO </a:t>
            </a:r>
            <a:r>
              <a:rPr lang="ko-KR" altLang="en-US" sz="500" i="0" dirty="0">
                <a:solidFill>
                  <a:srgbClr val="000000"/>
                </a:solidFill>
                <a:latin typeface="+mn-ea"/>
                <a:ea typeface="+mn-ea"/>
              </a:rPr>
              <a:t>스토리지</a:t>
            </a:r>
            <a:endParaRPr lang="en-US" altLang="ko-KR" sz="5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95" name="Picture 142" descr="IBM System Storage DS810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037" y="1025609"/>
            <a:ext cx="230789" cy="373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 Box 22"/>
          <p:cNvSpPr txBox="1">
            <a:spLocks noChangeArrowheads="1"/>
          </p:cNvSpPr>
          <p:nvPr/>
        </p:nvSpPr>
        <p:spPr bwMode="auto">
          <a:xfrm>
            <a:off x="7826173" y="1355993"/>
            <a:ext cx="750460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SAN Switch #1, #2</a:t>
            </a:r>
          </a:p>
        </p:txBody>
      </p:sp>
      <p:graphicFrame>
        <p:nvGraphicFramePr>
          <p:cNvPr id="97" name="표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444258"/>
              </p:ext>
            </p:extLst>
          </p:nvPr>
        </p:nvGraphicFramePr>
        <p:xfrm>
          <a:off x="6223494" y="1542680"/>
          <a:ext cx="1198351" cy="332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59">
                <a:tc rowSpan="4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서버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MEM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OS/</a:t>
                      </a: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백업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1221913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8" name="표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649"/>
              </p:ext>
            </p:extLst>
          </p:nvPr>
        </p:nvGraphicFramePr>
        <p:xfrm>
          <a:off x="8959924" y="1542680"/>
          <a:ext cx="759698" cy="27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985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STO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985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985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9" name="표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181667"/>
              </p:ext>
            </p:extLst>
          </p:nvPr>
        </p:nvGraphicFramePr>
        <p:xfrm>
          <a:off x="7715508" y="1542680"/>
          <a:ext cx="981449" cy="249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5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59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SAN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0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56625" y="1161745"/>
            <a:ext cx="546597" cy="149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cxnSp>
        <p:nvCxnSpPr>
          <p:cNvPr id="101" name="직선 연결선 100"/>
          <p:cNvCxnSpPr/>
          <p:nvPr/>
        </p:nvCxnSpPr>
        <p:spPr bwMode="auto">
          <a:xfrm flipH="1" flipV="1">
            <a:off x="7109572" y="1236481"/>
            <a:ext cx="684000" cy="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3" name="꺾인 연결선 102"/>
          <p:cNvCxnSpPr>
            <a:stCxn id="106" idx="3"/>
            <a:endCxn id="107" idx="3"/>
          </p:cNvCxnSpPr>
          <p:nvPr/>
        </p:nvCxnSpPr>
        <p:spPr>
          <a:xfrm>
            <a:off x="8405659" y="1146867"/>
            <a:ext cx="12700" cy="167276"/>
          </a:xfrm>
          <a:prstGeom prst="bentConnector3">
            <a:avLst>
              <a:gd name="adj1" fmla="val 180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/>
          <p:nvPr/>
        </p:nvCxnSpPr>
        <p:spPr bwMode="auto">
          <a:xfrm flipH="1">
            <a:off x="8636111" y="1224893"/>
            <a:ext cx="57392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6" name="Picture 228" descr="capture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4" t="18797" r="12900" b="33458"/>
          <a:stretch>
            <a:fillRect/>
          </a:stretch>
        </p:blipFill>
        <p:spPr bwMode="auto">
          <a:xfrm>
            <a:off x="7959809" y="1069251"/>
            <a:ext cx="445850" cy="155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" name="Picture 227" descr="capture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4" t="18797" r="12900" b="33458"/>
          <a:stretch>
            <a:fillRect/>
          </a:stretch>
        </p:blipFill>
        <p:spPr bwMode="auto">
          <a:xfrm>
            <a:off x="7959809" y="1236527"/>
            <a:ext cx="445850" cy="155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8" name="꺾인 연결선 107"/>
          <p:cNvCxnSpPr>
            <a:stCxn id="106" idx="1"/>
            <a:endCxn id="107" idx="1"/>
          </p:cNvCxnSpPr>
          <p:nvPr/>
        </p:nvCxnSpPr>
        <p:spPr>
          <a:xfrm rot="10800000" flipV="1">
            <a:off x="7959809" y="1146867"/>
            <a:ext cx="12700" cy="167276"/>
          </a:xfrm>
          <a:prstGeom prst="bentConnector3">
            <a:avLst>
              <a:gd name="adj1" fmla="val 12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17" name="Picture 24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7519" y="2146476"/>
            <a:ext cx="618163" cy="157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" name="Picture 24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604" y="2322967"/>
            <a:ext cx="618163" cy="157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" name="Picture 24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310" y="2138537"/>
            <a:ext cx="618163" cy="157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4" name="Picture 24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309" y="2316617"/>
            <a:ext cx="618164" cy="157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" name="Text Box 22"/>
          <p:cNvSpPr txBox="1">
            <a:spLocks noChangeArrowheads="1"/>
          </p:cNvSpPr>
          <p:nvPr/>
        </p:nvSpPr>
        <p:spPr bwMode="auto">
          <a:xfrm>
            <a:off x="2534801" y="2561454"/>
            <a:ext cx="1257877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OOOOOOOO#00-00 / 000 -000</a:t>
            </a:r>
          </a:p>
        </p:txBody>
      </p:sp>
      <p:graphicFrame>
        <p:nvGraphicFramePr>
          <p:cNvPr id="127" name="표 1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032623"/>
              </p:ext>
            </p:extLst>
          </p:nvPr>
        </p:nvGraphicFramePr>
        <p:xfrm>
          <a:off x="3792679" y="2566628"/>
          <a:ext cx="1198351" cy="332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59">
                <a:tc rowSpan="4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서버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MEM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OS/</a:t>
                      </a: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백업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1221913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8" name="Text Box 22"/>
          <p:cNvSpPr txBox="1">
            <a:spLocks noChangeArrowheads="1"/>
          </p:cNvSpPr>
          <p:nvPr/>
        </p:nvSpPr>
        <p:spPr bwMode="auto">
          <a:xfrm>
            <a:off x="2534801" y="3653573"/>
            <a:ext cx="1376530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algn="ctr"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OOOOOOO </a:t>
            </a:r>
            <a:r>
              <a:rPr lang="ko-KR" altLang="en-US" sz="500" i="0" dirty="0">
                <a:solidFill>
                  <a:srgbClr val="000000"/>
                </a:solidFill>
                <a:latin typeface="+mn-ea"/>
                <a:ea typeface="+mn-ea"/>
              </a:rPr>
              <a:t>서버</a:t>
            </a:r>
            <a:endParaRPr lang="en-US" altLang="ko-KR" sz="5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29" name="Text Box 22"/>
          <p:cNvSpPr txBox="1">
            <a:spLocks noChangeArrowheads="1"/>
          </p:cNvSpPr>
          <p:nvPr/>
        </p:nvSpPr>
        <p:spPr bwMode="auto">
          <a:xfrm>
            <a:off x="4797050" y="3681310"/>
            <a:ext cx="858550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OOOOOO</a:t>
            </a:r>
            <a:r>
              <a:rPr lang="ko-KR" altLang="en-US" sz="500" i="0" dirty="0">
                <a:solidFill>
                  <a:srgbClr val="000000"/>
                </a:solidFill>
                <a:latin typeface="+mn-ea"/>
                <a:ea typeface="+mn-ea"/>
              </a:rPr>
              <a:t>스토리지</a:t>
            </a:r>
            <a:endParaRPr lang="en-US" altLang="ko-KR" sz="5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130" name="Picture 142" descr="IBM System Storage DS810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965" y="3361289"/>
            <a:ext cx="230789" cy="373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" name="Text Box 22"/>
          <p:cNvSpPr txBox="1">
            <a:spLocks noChangeArrowheads="1"/>
          </p:cNvSpPr>
          <p:nvPr/>
        </p:nvSpPr>
        <p:spPr bwMode="auto">
          <a:xfrm>
            <a:off x="3928551" y="3653573"/>
            <a:ext cx="750460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SAN Switch #1, #2</a:t>
            </a:r>
          </a:p>
        </p:txBody>
      </p:sp>
      <p:graphicFrame>
        <p:nvGraphicFramePr>
          <p:cNvPr id="132" name="표 1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940475"/>
              </p:ext>
            </p:extLst>
          </p:nvPr>
        </p:nvGraphicFramePr>
        <p:xfrm>
          <a:off x="2673533" y="3842805"/>
          <a:ext cx="1198351" cy="332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59">
                <a:tc rowSpan="4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서버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MEM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OS/</a:t>
                      </a: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백업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1221913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3" name="표 1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825072"/>
              </p:ext>
            </p:extLst>
          </p:nvPr>
        </p:nvGraphicFramePr>
        <p:xfrm>
          <a:off x="4827352" y="3841530"/>
          <a:ext cx="759698" cy="27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985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STO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985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985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4" name="표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850215"/>
              </p:ext>
            </p:extLst>
          </p:nvPr>
        </p:nvGraphicFramePr>
        <p:xfrm>
          <a:off x="3925837" y="3839630"/>
          <a:ext cx="809235" cy="249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0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4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59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SAN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37" name="직선 연결선 136"/>
          <p:cNvCxnSpPr>
            <a:stCxn id="141" idx="1"/>
            <a:endCxn id="136" idx="3"/>
          </p:cNvCxnSpPr>
          <p:nvPr/>
        </p:nvCxnSpPr>
        <p:spPr bwMode="auto">
          <a:xfrm flipH="1">
            <a:off x="3567550" y="3463497"/>
            <a:ext cx="494637" cy="7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8" name="직선 연결선 137"/>
          <p:cNvCxnSpPr/>
          <p:nvPr/>
        </p:nvCxnSpPr>
        <p:spPr bwMode="auto">
          <a:xfrm flipH="1">
            <a:off x="3567550" y="3633179"/>
            <a:ext cx="856587" cy="7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9" name="꺾인 연결선 138"/>
          <p:cNvCxnSpPr>
            <a:stCxn id="141" idx="3"/>
            <a:endCxn id="142" idx="3"/>
          </p:cNvCxnSpPr>
          <p:nvPr/>
        </p:nvCxnSpPr>
        <p:spPr>
          <a:xfrm>
            <a:off x="4508037" y="3463497"/>
            <a:ext cx="12700" cy="167276"/>
          </a:xfrm>
          <a:prstGeom prst="bentConnector3">
            <a:avLst>
              <a:gd name="adj1" fmla="val 180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/>
          <p:cNvCxnSpPr>
            <a:stCxn id="130" idx="1"/>
          </p:cNvCxnSpPr>
          <p:nvPr/>
        </p:nvCxnSpPr>
        <p:spPr bwMode="auto">
          <a:xfrm flipH="1" flipV="1">
            <a:off x="4727820" y="3547135"/>
            <a:ext cx="286145" cy="73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41" name="Picture 228" descr="capture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4" t="18797" r="12900" b="33458"/>
          <a:stretch>
            <a:fillRect/>
          </a:stretch>
        </p:blipFill>
        <p:spPr bwMode="auto">
          <a:xfrm>
            <a:off x="4062187" y="3385881"/>
            <a:ext cx="445850" cy="155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2" name="Picture 227" descr="capture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4" t="18797" r="12900" b="33458"/>
          <a:stretch>
            <a:fillRect/>
          </a:stretch>
        </p:blipFill>
        <p:spPr bwMode="auto">
          <a:xfrm>
            <a:off x="4062187" y="3553157"/>
            <a:ext cx="445850" cy="155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" name="Text Box 208"/>
          <p:cNvSpPr txBox="1">
            <a:spLocks noChangeArrowheads="1"/>
          </p:cNvSpPr>
          <p:nvPr/>
        </p:nvSpPr>
        <p:spPr bwMode="auto">
          <a:xfrm>
            <a:off x="6232140" y="2616952"/>
            <a:ext cx="1151594" cy="7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 defTabSz="809625" eaLnBrk="1" latinLnBrk="1" hangingPunct="1">
              <a:spcBef>
                <a:spcPct val="20000"/>
              </a:spcBef>
            </a:pPr>
            <a:r>
              <a:rPr lang="en-US" altLang="ko-KR" sz="500" b="1" i="0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rPr>
              <a:t>OOOOO</a:t>
            </a:r>
          </a:p>
        </p:txBody>
      </p:sp>
      <p:pic>
        <p:nvPicPr>
          <p:cNvPr id="144" name="Picture 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933865" y="2352765"/>
            <a:ext cx="465444" cy="133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3" name="그룹 560"/>
          <p:cNvGrpSpPr/>
          <p:nvPr/>
        </p:nvGrpSpPr>
        <p:grpSpPr>
          <a:xfrm>
            <a:off x="9030507" y="2258879"/>
            <a:ext cx="596743" cy="418324"/>
            <a:chOff x="7316225" y="3144532"/>
            <a:chExt cx="700535" cy="576064"/>
          </a:xfrm>
        </p:grpSpPr>
        <p:pic>
          <p:nvPicPr>
            <p:cNvPr id="146" name="Picture 2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7791942" y="3147434"/>
              <a:ext cx="224818" cy="57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7" name="Picture 2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7553115" y="3145118"/>
              <a:ext cx="224818" cy="57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8" name="Picture 2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7316225" y="3144532"/>
              <a:ext cx="224819" cy="57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49" name="Text Box 22"/>
          <p:cNvSpPr txBox="1">
            <a:spLocks noChangeArrowheads="1"/>
          </p:cNvSpPr>
          <p:nvPr/>
        </p:nvSpPr>
        <p:spPr bwMode="auto">
          <a:xfrm>
            <a:off x="8937178" y="2645179"/>
            <a:ext cx="858550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OOOOOO </a:t>
            </a:r>
            <a:r>
              <a:rPr lang="ko-KR" altLang="en-US" sz="500" i="0" dirty="0">
                <a:solidFill>
                  <a:srgbClr val="000000"/>
                </a:solidFill>
                <a:latin typeface="+mn-ea"/>
                <a:ea typeface="+mn-ea"/>
              </a:rPr>
              <a:t>스토리지</a:t>
            </a:r>
            <a:endParaRPr lang="en-US" altLang="ko-KR" sz="5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150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03413" y="2416436"/>
            <a:ext cx="546597" cy="149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aphicFrame>
        <p:nvGraphicFramePr>
          <p:cNvPr id="151" name="표 1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230775"/>
              </p:ext>
            </p:extLst>
          </p:nvPr>
        </p:nvGraphicFramePr>
        <p:xfrm>
          <a:off x="6208761" y="2812351"/>
          <a:ext cx="1198351" cy="332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59">
                <a:tc rowSpan="4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서버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MEM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OS/</a:t>
                      </a: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백업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1221913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2" name="Text Box 22"/>
          <p:cNvSpPr txBox="1">
            <a:spLocks noChangeArrowheads="1"/>
          </p:cNvSpPr>
          <p:nvPr/>
        </p:nvSpPr>
        <p:spPr bwMode="auto">
          <a:xfrm>
            <a:off x="7786139" y="2590970"/>
            <a:ext cx="750460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SAN Switch #1, #2</a:t>
            </a:r>
          </a:p>
        </p:txBody>
      </p:sp>
      <p:cxnSp>
        <p:nvCxnSpPr>
          <p:cNvPr id="153" name="직선 연결선 152"/>
          <p:cNvCxnSpPr/>
          <p:nvPr/>
        </p:nvCxnSpPr>
        <p:spPr bwMode="auto">
          <a:xfrm flipH="1">
            <a:off x="7047190" y="2491914"/>
            <a:ext cx="23758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4" name="직선 연결선 153"/>
          <p:cNvCxnSpPr>
            <a:stCxn id="144" idx="1"/>
          </p:cNvCxnSpPr>
          <p:nvPr/>
        </p:nvCxnSpPr>
        <p:spPr bwMode="auto">
          <a:xfrm flipH="1">
            <a:off x="7284778" y="2419584"/>
            <a:ext cx="64908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5" name="직선 연결선 154"/>
          <p:cNvCxnSpPr>
            <a:stCxn id="158" idx="1"/>
          </p:cNvCxnSpPr>
          <p:nvPr/>
        </p:nvCxnSpPr>
        <p:spPr bwMode="auto">
          <a:xfrm flipH="1">
            <a:off x="7284778" y="2570868"/>
            <a:ext cx="65485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6" name="꺾인 연결선 155"/>
          <p:cNvCxnSpPr>
            <a:stCxn id="144" idx="3"/>
            <a:endCxn id="158" idx="3"/>
          </p:cNvCxnSpPr>
          <p:nvPr/>
        </p:nvCxnSpPr>
        <p:spPr>
          <a:xfrm>
            <a:off x="8399309" y="2419584"/>
            <a:ext cx="5771" cy="151284"/>
          </a:xfrm>
          <a:prstGeom prst="bentConnector3">
            <a:avLst>
              <a:gd name="adj1" fmla="val 4061185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/>
          <p:cNvCxnSpPr/>
          <p:nvPr/>
        </p:nvCxnSpPr>
        <p:spPr bwMode="auto">
          <a:xfrm flipH="1">
            <a:off x="8628614" y="2491914"/>
            <a:ext cx="40189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58" name="Picture 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939636" y="2506739"/>
            <a:ext cx="465444" cy="128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59" name="직선 연결선 158"/>
          <p:cNvCxnSpPr/>
          <p:nvPr/>
        </p:nvCxnSpPr>
        <p:spPr>
          <a:xfrm>
            <a:off x="7284778" y="2419584"/>
            <a:ext cx="0" cy="14632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60" name="표 1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218398"/>
              </p:ext>
            </p:extLst>
          </p:nvPr>
        </p:nvGraphicFramePr>
        <p:xfrm>
          <a:off x="8881541" y="2812351"/>
          <a:ext cx="838082" cy="27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985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STO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985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985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1" name="표 1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721275"/>
              </p:ext>
            </p:extLst>
          </p:nvPr>
        </p:nvGraphicFramePr>
        <p:xfrm>
          <a:off x="7690055" y="2812351"/>
          <a:ext cx="983316" cy="27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985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SAN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985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985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62" name="Picture 24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030" y="4595794"/>
            <a:ext cx="618163" cy="25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" name="Picture 24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52" y="4595794"/>
            <a:ext cx="618163" cy="25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" name="Picture 24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341" y="4595794"/>
            <a:ext cx="618163" cy="25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6" name="Text Box 22"/>
          <p:cNvSpPr txBox="1">
            <a:spLocks noChangeArrowheads="1"/>
          </p:cNvSpPr>
          <p:nvPr/>
        </p:nvSpPr>
        <p:spPr bwMode="auto">
          <a:xfrm>
            <a:off x="2627546" y="4906301"/>
            <a:ext cx="1295177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algn="ctr"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OOOOOO </a:t>
            </a:r>
            <a:r>
              <a:rPr lang="ko-KR" altLang="en-US" sz="500" i="0" dirty="0">
                <a:solidFill>
                  <a:srgbClr val="000000"/>
                </a:solidFill>
                <a:latin typeface="+mn-ea"/>
                <a:ea typeface="+mn-ea"/>
              </a:rPr>
              <a:t>서버</a:t>
            </a:r>
            <a:endParaRPr lang="en-US" altLang="ko-KR" sz="5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67" name="표 1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44885"/>
              </p:ext>
            </p:extLst>
          </p:nvPr>
        </p:nvGraphicFramePr>
        <p:xfrm>
          <a:off x="3911331" y="4902516"/>
          <a:ext cx="1198351" cy="332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59">
                <a:tc rowSpan="4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서버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MEM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OS/</a:t>
                      </a: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백업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1221913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8" name="Text Box 22"/>
          <p:cNvSpPr txBox="1">
            <a:spLocks noChangeArrowheads="1"/>
          </p:cNvSpPr>
          <p:nvPr/>
        </p:nvSpPr>
        <p:spPr bwMode="auto">
          <a:xfrm>
            <a:off x="2513346" y="5947476"/>
            <a:ext cx="1291420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OOOOO #1~2 (VMWare Host 0, 0)</a:t>
            </a:r>
          </a:p>
        </p:txBody>
      </p:sp>
      <p:sp>
        <p:nvSpPr>
          <p:cNvPr id="169" name="Text Box 22"/>
          <p:cNvSpPr txBox="1">
            <a:spLocks noChangeArrowheads="1"/>
          </p:cNvSpPr>
          <p:nvPr/>
        </p:nvSpPr>
        <p:spPr bwMode="auto">
          <a:xfrm>
            <a:off x="4783482" y="5951398"/>
            <a:ext cx="858550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OOOOO </a:t>
            </a:r>
            <a:r>
              <a:rPr lang="ko-KR" altLang="en-US" sz="500" i="0" dirty="0">
                <a:solidFill>
                  <a:srgbClr val="000000"/>
                </a:solidFill>
                <a:latin typeface="+mn-ea"/>
                <a:ea typeface="+mn-ea"/>
              </a:rPr>
              <a:t>스토리지</a:t>
            </a:r>
            <a:endParaRPr lang="en-US" altLang="ko-KR" sz="5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170" name="Picture 142" descr="IBM System Storage DS810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9617" y="5621851"/>
            <a:ext cx="230789" cy="373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1" name="Text Box 22"/>
          <p:cNvSpPr txBox="1">
            <a:spLocks noChangeArrowheads="1"/>
          </p:cNvSpPr>
          <p:nvPr/>
        </p:nvSpPr>
        <p:spPr bwMode="auto">
          <a:xfrm>
            <a:off x="4007058" y="5947476"/>
            <a:ext cx="750460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SAN Switch #1, #2</a:t>
            </a:r>
          </a:p>
        </p:txBody>
      </p:sp>
      <p:graphicFrame>
        <p:nvGraphicFramePr>
          <p:cNvPr id="172" name="표 1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25663"/>
              </p:ext>
            </p:extLst>
          </p:nvPr>
        </p:nvGraphicFramePr>
        <p:xfrm>
          <a:off x="2698065" y="6124008"/>
          <a:ext cx="1198351" cy="332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59">
                <a:tc rowSpan="4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서버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MEM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OS/</a:t>
                      </a: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백업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1221913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3" name="표 1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261250"/>
              </p:ext>
            </p:extLst>
          </p:nvPr>
        </p:nvGraphicFramePr>
        <p:xfrm>
          <a:off x="4859504" y="6116381"/>
          <a:ext cx="696790" cy="27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985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STO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985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985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4" name="표 1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857830"/>
              </p:ext>
            </p:extLst>
          </p:nvPr>
        </p:nvGraphicFramePr>
        <p:xfrm>
          <a:off x="3997993" y="6119246"/>
          <a:ext cx="756575" cy="249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59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SAN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77" name="직선 연결선 176"/>
          <p:cNvCxnSpPr>
            <a:stCxn id="181" idx="1"/>
            <a:endCxn id="176" idx="3"/>
          </p:cNvCxnSpPr>
          <p:nvPr/>
        </p:nvCxnSpPr>
        <p:spPr bwMode="auto">
          <a:xfrm flipH="1">
            <a:off x="3592082" y="5738348"/>
            <a:ext cx="570837" cy="7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8" name="직선 연결선 177"/>
          <p:cNvCxnSpPr/>
          <p:nvPr/>
        </p:nvCxnSpPr>
        <p:spPr bwMode="auto">
          <a:xfrm flipH="1">
            <a:off x="3592082" y="5927082"/>
            <a:ext cx="856587" cy="7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9" name="꺾인 연결선 178"/>
          <p:cNvCxnSpPr>
            <a:stCxn id="181" idx="3"/>
            <a:endCxn id="182" idx="3"/>
          </p:cNvCxnSpPr>
          <p:nvPr/>
        </p:nvCxnSpPr>
        <p:spPr>
          <a:xfrm>
            <a:off x="4608769" y="5738348"/>
            <a:ext cx="12700" cy="167276"/>
          </a:xfrm>
          <a:prstGeom prst="bentConnector3">
            <a:avLst>
              <a:gd name="adj1" fmla="val 180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/>
          <p:cNvCxnSpPr/>
          <p:nvPr/>
        </p:nvCxnSpPr>
        <p:spPr bwMode="auto">
          <a:xfrm flipH="1">
            <a:off x="4845862" y="5817961"/>
            <a:ext cx="26375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81" name="Picture 228" descr="capture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4" t="18797" r="12900" b="33458"/>
          <a:stretch>
            <a:fillRect/>
          </a:stretch>
        </p:blipFill>
        <p:spPr bwMode="auto">
          <a:xfrm>
            <a:off x="4162919" y="5660732"/>
            <a:ext cx="445850" cy="155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2" name="Picture 227" descr="capture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4" t="18797" r="12900" b="33458"/>
          <a:stretch>
            <a:fillRect/>
          </a:stretch>
        </p:blipFill>
        <p:spPr bwMode="auto">
          <a:xfrm>
            <a:off x="4162919" y="5828008"/>
            <a:ext cx="445850" cy="155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3" name="Text Box 22"/>
          <p:cNvSpPr txBox="1">
            <a:spLocks noChangeArrowheads="1"/>
          </p:cNvSpPr>
          <p:nvPr/>
        </p:nvSpPr>
        <p:spPr bwMode="auto">
          <a:xfrm>
            <a:off x="6214889" y="4189735"/>
            <a:ext cx="1249389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algn="ctr"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OOOOO</a:t>
            </a:r>
            <a:r>
              <a:rPr lang="ko-KR" altLang="en-US" sz="500" i="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DB # 1,2</a:t>
            </a:r>
          </a:p>
        </p:txBody>
      </p:sp>
      <p:sp>
        <p:nvSpPr>
          <p:cNvPr id="184" name="Text Box 22"/>
          <p:cNvSpPr txBox="1">
            <a:spLocks noChangeArrowheads="1"/>
          </p:cNvSpPr>
          <p:nvPr/>
        </p:nvSpPr>
        <p:spPr bwMode="auto">
          <a:xfrm>
            <a:off x="8840926" y="4266705"/>
            <a:ext cx="936506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algn="ctr"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OOOOO </a:t>
            </a:r>
            <a:r>
              <a:rPr lang="ko-KR" altLang="en-US" sz="500" i="0" dirty="0">
                <a:solidFill>
                  <a:srgbClr val="000000"/>
                </a:solidFill>
                <a:latin typeface="+mn-ea"/>
                <a:ea typeface="+mn-ea"/>
              </a:rPr>
              <a:t>통합스토리지</a:t>
            </a:r>
            <a:endParaRPr lang="en-US" altLang="ko-KR" sz="5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185" name="Picture 142" descr="IBM System Storage DS810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1341" y="3551355"/>
            <a:ext cx="230789" cy="373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86" name="표 1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925432"/>
              </p:ext>
            </p:extLst>
          </p:nvPr>
        </p:nvGraphicFramePr>
        <p:xfrm>
          <a:off x="6234821" y="4398017"/>
          <a:ext cx="1198351" cy="332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59">
                <a:tc rowSpan="4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서버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MEM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OS/</a:t>
                      </a: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백업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1221913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8" name="표 1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409701"/>
              </p:ext>
            </p:extLst>
          </p:nvPr>
        </p:nvGraphicFramePr>
        <p:xfrm>
          <a:off x="8871228" y="4399938"/>
          <a:ext cx="861578" cy="27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985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STO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985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985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89" name="직선 연결선 188"/>
          <p:cNvCxnSpPr/>
          <p:nvPr/>
        </p:nvCxnSpPr>
        <p:spPr bwMode="auto">
          <a:xfrm flipH="1">
            <a:off x="7128839" y="3854323"/>
            <a:ext cx="648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0" name="직선 연결선 189"/>
          <p:cNvCxnSpPr/>
          <p:nvPr/>
        </p:nvCxnSpPr>
        <p:spPr bwMode="auto">
          <a:xfrm flipH="1">
            <a:off x="7128839" y="4024005"/>
            <a:ext cx="648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1" name="꺾인 연결선 190"/>
          <p:cNvCxnSpPr>
            <a:endCxn id="198" idx="3"/>
          </p:cNvCxnSpPr>
          <p:nvPr/>
        </p:nvCxnSpPr>
        <p:spPr>
          <a:xfrm rot="5400000">
            <a:off x="8194566" y="3828990"/>
            <a:ext cx="477729" cy="212761"/>
          </a:xfrm>
          <a:prstGeom prst="bentConnector2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/>
          <p:cNvCxnSpPr/>
          <p:nvPr/>
        </p:nvCxnSpPr>
        <p:spPr bwMode="auto">
          <a:xfrm flipH="1">
            <a:off x="8547415" y="3790332"/>
            <a:ext cx="57392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94" name="Picture 24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507" y="3953524"/>
            <a:ext cx="618163" cy="25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6" name="Picture 24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506" y="3724800"/>
            <a:ext cx="618164" cy="25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" name="Picture 352"/>
          <p:cNvPicPr>
            <a:picLocks noChangeAspect="1" noChangeArrowheads="1"/>
          </p:cNvPicPr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2414" y="3641608"/>
            <a:ext cx="334635" cy="109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8" name="Picture 352"/>
          <p:cNvPicPr>
            <a:picLocks noChangeAspect="1" noChangeArrowheads="1"/>
          </p:cNvPicPr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2414" y="4119338"/>
            <a:ext cx="334635" cy="109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9" name="꺾인 연결선 198"/>
          <p:cNvCxnSpPr>
            <a:stCxn id="197" idx="1"/>
            <a:endCxn id="198" idx="1"/>
          </p:cNvCxnSpPr>
          <p:nvPr/>
        </p:nvCxnSpPr>
        <p:spPr>
          <a:xfrm rot="10800000" flipV="1">
            <a:off x="7992414" y="3696505"/>
            <a:ext cx="12700" cy="477730"/>
          </a:xfrm>
          <a:prstGeom prst="bentConnector3">
            <a:avLst>
              <a:gd name="adj1" fmla="val 180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연결선 201"/>
          <p:cNvCxnSpPr/>
          <p:nvPr/>
        </p:nvCxnSpPr>
        <p:spPr>
          <a:xfrm flipH="1">
            <a:off x="8327050" y="3696504"/>
            <a:ext cx="21275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3" name="직선 연결선 202"/>
          <p:cNvCxnSpPr/>
          <p:nvPr/>
        </p:nvCxnSpPr>
        <p:spPr bwMode="auto">
          <a:xfrm flipH="1">
            <a:off x="8556925" y="4090385"/>
            <a:ext cx="57392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04" name="표 2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299744"/>
              </p:ext>
            </p:extLst>
          </p:nvPr>
        </p:nvGraphicFramePr>
        <p:xfrm>
          <a:off x="7818209" y="3878635"/>
          <a:ext cx="680607" cy="214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552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300" b="1" dirty="0">
                          <a:solidFill>
                            <a:schemeClr val="tx1"/>
                          </a:solidFill>
                        </a:rPr>
                        <a:t>RAC</a:t>
                      </a:r>
                      <a:endParaRPr lang="ko-KR" altLang="en-US" sz="3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3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3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52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3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3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52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3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3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6" name="표 2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682824"/>
              </p:ext>
            </p:extLst>
          </p:nvPr>
        </p:nvGraphicFramePr>
        <p:xfrm>
          <a:off x="7805593" y="4389773"/>
          <a:ext cx="680607" cy="214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552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300" b="1" dirty="0">
                          <a:solidFill>
                            <a:schemeClr val="tx1"/>
                          </a:solidFill>
                        </a:rPr>
                        <a:t>RAC</a:t>
                      </a:r>
                      <a:endParaRPr lang="ko-KR" altLang="en-US" sz="3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3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3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52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3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3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52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3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3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07" name="Picture 142" descr="IBM System Storage DS810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1641" y="3930922"/>
            <a:ext cx="230789" cy="373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8" name="Text Box 22"/>
          <p:cNvSpPr txBox="1">
            <a:spLocks noChangeArrowheads="1"/>
          </p:cNvSpPr>
          <p:nvPr/>
        </p:nvSpPr>
        <p:spPr bwMode="auto">
          <a:xfrm>
            <a:off x="8809601" y="5668697"/>
            <a:ext cx="858550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OOOOOO </a:t>
            </a:r>
            <a:r>
              <a:rPr lang="ko-KR" altLang="en-US" sz="500" i="0" dirty="0">
                <a:solidFill>
                  <a:srgbClr val="000000"/>
                </a:solidFill>
                <a:latin typeface="+mn-ea"/>
                <a:ea typeface="+mn-ea"/>
              </a:rPr>
              <a:t>스토리지</a:t>
            </a:r>
            <a:endParaRPr lang="en-US" altLang="ko-KR" sz="5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209" name="Picture 142" descr="IBM System Storage DS810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016" y="5353439"/>
            <a:ext cx="230789" cy="373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0" name="Text Box 22"/>
          <p:cNvSpPr txBox="1">
            <a:spLocks noChangeArrowheads="1"/>
          </p:cNvSpPr>
          <p:nvPr/>
        </p:nvSpPr>
        <p:spPr bwMode="auto">
          <a:xfrm>
            <a:off x="7682337" y="5674301"/>
            <a:ext cx="750460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SAN Switch #1, #2</a:t>
            </a:r>
          </a:p>
        </p:txBody>
      </p:sp>
      <p:graphicFrame>
        <p:nvGraphicFramePr>
          <p:cNvPr id="211" name="표 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092489"/>
              </p:ext>
            </p:extLst>
          </p:nvPr>
        </p:nvGraphicFramePr>
        <p:xfrm>
          <a:off x="8839903" y="5840034"/>
          <a:ext cx="759698" cy="27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985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STO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985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985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2" name="표 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992414"/>
              </p:ext>
            </p:extLst>
          </p:nvPr>
        </p:nvGraphicFramePr>
        <p:xfrm>
          <a:off x="7698670" y="5846075"/>
          <a:ext cx="810462" cy="249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8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59">
                <a:tc row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SAN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13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84257" y="5548721"/>
            <a:ext cx="546597" cy="149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14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84257" y="5381625"/>
            <a:ext cx="546597" cy="149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cxnSp>
        <p:nvCxnSpPr>
          <p:cNvPr id="215" name="직선 연결선 214"/>
          <p:cNvCxnSpPr>
            <a:stCxn id="219" idx="1"/>
            <a:endCxn id="214" idx="3"/>
          </p:cNvCxnSpPr>
          <p:nvPr/>
        </p:nvCxnSpPr>
        <p:spPr bwMode="auto">
          <a:xfrm flipH="1">
            <a:off x="7130854" y="5455647"/>
            <a:ext cx="666067" cy="7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6" name="직선 연결선 215"/>
          <p:cNvCxnSpPr/>
          <p:nvPr/>
        </p:nvCxnSpPr>
        <p:spPr bwMode="auto">
          <a:xfrm flipH="1">
            <a:off x="7130854" y="5625329"/>
            <a:ext cx="856587" cy="7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7" name="꺾인 연결선 216"/>
          <p:cNvCxnSpPr>
            <a:stCxn id="219" idx="3"/>
            <a:endCxn id="220" idx="3"/>
          </p:cNvCxnSpPr>
          <p:nvPr/>
        </p:nvCxnSpPr>
        <p:spPr>
          <a:xfrm>
            <a:off x="8242771" y="5455647"/>
            <a:ext cx="12700" cy="167276"/>
          </a:xfrm>
          <a:prstGeom prst="bentConnector3">
            <a:avLst>
              <a:gd name="adj1" fmla="val 180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연결선 217"/>
          <p:cNvCxnSpPr/>
          <p:nvPr/>
        </p:nvCxnSpPr>
        <p:spPr bwMode="auto">
          <a:xfrm flipH="1">
            <a:off x="8469671" y="5540023"/>
            <a:ext cx="648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19" name="Picture 228" descr="capture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4" t="18797" r="12900" b="33458"/>
          <a:stretch>
            <a:fillRect/>
          </a:stretch>
        </p:blipFill>
        <p:spPr bwMode="auto">
          <a:xfrm>
            <a:off x="7796921" y="5378031"/>
            <a:ext cx="445850" cy="155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0" name="Picture 227" descr="capture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4" t="18797" r="12900" b="33458"/>
          <a:stretch>
            <a:fillRect/>
          </a:stretch>
        </p:blipFill>
        <p:spPr bwMode="auto">
          <a:xfrm>
            <a:off x="7796921" y="5545307"/>
            <a:ext cx="445850" cy="155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1" name="Text Box 22"/>
          <p:cNvSpPr txBox="1">
            <a:spLocks noChangeArrowheads="1"/>
          </p:cNvSpPr>
          <p:nvPr/>
        </p:nvSpPr>
        <p:spPr bwMode="auto">
          <a:xfrm>
            <a:off x="6238863" y="5682423"/>
            <a:ext cx="1249389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algn="ctr"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OOOO</a:t>
            </a:r>
            <a:r>
              <a:rPr lang="ko-KR" altLang="en-US" sz="500" i="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DB # 1,2</a:t>
            </a:r>
          </a:p>
        </p:txBody>
      </p:sp>
      <p:graphicFrame>
        <p:nvGraphicFramePr>
          <p:cNvPr id="222" name="표 2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328750"/>
              </p:ext>
            </p:extLst>
          </p:nvPr>
        </p:nvGraphicFramePr>
        <p:xfrm>
          <a:off x="6250058" y="5856805"/>
          <a:ext cx="1198351" cy="332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59">
                <a:tc rowSpan="4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서버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MEM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OS/</a:t>
                      </a: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백업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1221913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3" name="Text Box 22"/>
          <p:cNvSpPr txBox="1">
            <a:spLocks noChangeArrowheads="1"/>
          </p:cNvSpPr>
          <p:nvPr/>
        </p:nvSpPr>
        <p:spPr bwMode="auto">
          <a:xfrm>
            <a:off x="7665105" y="3714153"/>
            <a:ext cx="979470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algn="ctr"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OOOOO </a:t>
            </a:r>
            <a:r>
              <a:rPr lang="ko-KR" altLang="en-US" sz="500" i="0" dirty="0">
                <a:solidFill>
                  <a:srgbClr val="000000"/>
                </a:solidFill>
                <a:latin typeface="+mn-ea"/>
                <a:ea typeface="+mn-ea"/>
              </a:rPr>
              <a:t>스위치</a:t>
            </a:r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#1</a:t>
            </a:r>
          </a:p>
        </p:txBody>
      </p:sp>
      <p:sp>
        <p:nvSpPr>
          <p:cNvPr id="224" name="Text Box 22"/>
          <p:cNvSpPr txBox="1">
            <a:spLocks noChangeArrowheads="1"/>
          </p:cNvSpPr>
          <p:nvPr/>
        </p:nvSpPr>
        <p:spPr bwMode="auto">
          <a:xfrm>
            <a:off x="7707249" y="4229131"/>
            <a:ext cx="907079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algn="ctr"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OOOOO </a:t>
            </a:r>
            <a:r>
              <a:rPr lang="ko-KR" altLang="en-US" sz="500" i="0" dirty="0">
                <a:solidFill>
                  <a:srgbClr val="000000"/>
                </a:solidFill>
                <a:latin typeface="+mn-ea"/>
                <a:ea typeface="+mn-ea"/>
              </a:rPr>
              <a:t>스위치</a:t>
            </a:r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#2</a:t>
            </a:r>
          </a:p>
        </p:txBody>
      </p:sp>
      <p:cxnSp>
        <p:nvCxnSpPr>
          <p:cNvPr id="258" name="꺾인 연결선 257"/>
          <p:cNvCxnSpPr/>
          <p:nvPr/>
        </p:nvCxnSpPr>
        <p:spPr>
          <a:xfrm flipV="1">
            <a:off x="1289172" y="2322168"/>
            <a:ext cx="1032055" cy="2200085"/>
          </a:xfrm>
          <a:prstGeom prst="bentConnector3">
            <a:avLst>
              <a:gd name="adj1" fmla="val 66243"/>
            </a:avLst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꺾인 연결선 258"/>
          <p:cNvCxnSpPr/>
          <p:nvPr/>
        </p:nvCxnSpPr>
        <p:spPr>
          <a:xfrm>
            <a:off x="5318241" y="2200342"/>
            <a:ext cx="12700" cy="167276"/>
          </a:xfrm>
          <a:prstGeom prst="bentConnector3">
            <a:avLst>
              <a:gd name="adj1" fmla="val 180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1" name="Picture 24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138" y="2138537"/>
            <a:ext cx="618164" cy="157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" name="Picture 24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5797" y="2296279"/>
            <a:ext cx="618164" cy="157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60" name="꺾인 연결선 259"/>
          <p:cNvCxnSpPr/>
          <p:nvPr/>
        </p:nvCxnSpPr>
        <p:spPr>
          <a:xfrm>
            <a:off x="2961522" y="2240922"/>
            <a:ext cx="12700" cy="167276"/>
          </a:xfrm>
          <a:prstGeom prst="bentConnector3">
            <a:avLst>
              <a:gd name="adj1" fmla="val -2340001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Picture 24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3422" y="2327191"/>
            <a:ext cx="618163" cy="157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" name="Picture 24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3421" y="2161967"/>
            <a:ext cx="618164" cy="157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66" name="꺾인 연결선 265"/>
          <p:cNvCxnSpPr/>
          <p:nvPr/>
        </p:nvCxnSpPr>
        <p:spPr>
          <a:xfrm>
            <a:off x="3045485" y="3433245"/>
            <a:ext cx="12700" cy="167276"/>
          </a:xfrm>
          <a:prstGeom prst="bentConnector3">
            <a:avLst>
              <a:gd name="adj1" fmla="val -2340001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5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20953" y="3556571"/>
            <a:ext cx="546597" cy="149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36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20953" y="3389475"/>
            <a:ext cx="546597" cy="149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cxnSp>
        <p:nvCxnSpPr>
          <p:cNvPr id="269" name="직선 연결선 268"/>
          <p:cNvCxnSpPr/>
          <p:nvPr/>
        </p:nvCxnSpPr>
        <p:spPr>
          <a:xfrm>
            <a:off x="2316480" y="3503014"/>
            <a:ext cx="433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꺾인 연결선 277"/>
          <p:cNvCxnSpPr/>
          <p:nvPr/>
        </p:nvCxnSpPr>
        <p:spPr>
          <a:xfrm>
            <a:off x="3069044" y="5728788"/>
            <a:ext cx="12700" cy="167276"/>
          </a:xfrm>
          <a:prstGeom prst="bentConnector3">
            <a:avLst>
              <a:gd name="adj1" fmla="val -2340001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>
            <a:off x="2313305" y="5826180"/>
            <a:ext cx="4605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5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45485" y="5831422"/>
            <a:ext cx="546597" cy="149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76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45485" y="5664326"/>
            <a:ext cx="546597" cy="149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cxnSp>
        <p:nvCxnSpPr>
          <p:cNvPr id="281" name="직선 연결선 280"/>
          <p:cNvCxnSpPr/>
          <p:nvPr/>
        </p:nvCxnSpPr>
        <p:spPr bwMode="auto">
          <a:xfrm>
            <a:off x="1974600" y="4507496"/>
            <a:ext cx="0" cy="13205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6" name="직선 연결선 285"/>
          <p:cNvCxnSpPr/>
          <p:nvPr/>
        </p:nvCxnSpPr>
        <p:spPr>
          <a:xfrm>
            <a:off x="2312128" y="4714921"/>
            <a:ext cx="433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" name="Picture 24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962" y="4595794"/>
            <a:ext cx="618164" cy="25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8" name="Text Box 22"/>
          <p:cNvSpPr txBox="1">
            <a:spLocks noChangeArrowheads="1"/>
          </p:cNvSpPr>
          <p:nvPr/>
        </p:nvSpPr>
        <p:spPr bwMode="auto">
          <a:xfrm>
            <a:off x="3445159" y="1391716"/>
            <a:ext cx="1012872" cy="246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OOOOOOOOOOOOOOOOO#000- 000 , #000- 000</a:t>
            </a:r>
          </a:p>
        </p:txBody>
      </p:sp>
      <p:cxnSp>
        <p:nvCxnSpPr>
          <p:cNvPr id="293" name="꺾인 연결선 292"/>
          <p:cNvCxnSpPr/>
          <p:nvPr/>
        </p:nvCxnSpPr>
        <p:spPr>
          <a:xfrm>
            <a:off x="2957918" y="1103876"/>
            <a:ext cx="12700" cy="167276"/>
          </a:xfrm>
          <a:prstGeom prst="bentConnector3">
            <a:avLst>
              <a:gd name="adj1" fmla="val -2340001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꺾인 연결선 295"/>
          <p:cNvCxnSpPr/>
          <p:nvPr/>
        </p:nvCxnSpPr>
        <p:spPr>
          <a:xfrm>
            <a:off x="2958678" y="1445524"/>
            <a:ext cx="12700" cy="167276"/>
          </a:xfrm>
          <a:prstGeom prst="bentConnector3">
            <a:avLst>
              <a:gd name="adj1" fmla="val -2340001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24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784" y="1047322"/>
            <a:ext cx="618164" cy="11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3" name="Picture 24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784" y="1201186"/>
            <a:ext cx="618164" cy="11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9" name="Picture 24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718" y="1392796"/>
            <a:ext cx="618164" cy="11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0" name="Picture 24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718" y="1549041"/>
            <a:ext cx="618164" cy="11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1" name="직선 연결선 300"/>
          <p:cNvCxnSpPr/>
          <p:nvPr/>
        </p:nvCxnSpPr>
        <p:spPr>
          <a:xfrm>
            <a:off x="2303779" y="1161745"/>
            <a:ext cx="3513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직선 연결선 301"/>
          <p:cNvCxnSpPr/>
          <p:nvPr/>
        </p:nvCxnSpPr>
        <p:spPr>
          <a:xfrm>
            <a:off x="2303779" y="1522431"/>
            <a:ext cx="3602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연결선 228"/>
          <p:cNvCxnSpPr/>
          <p:nvPr/>
        </p:nvCxnSpPr>
        <p:spPr bwMode="auto">
          <a:xfrm>
            <a:off x="1974600" y="1156337"/>
            <a:ext cx="0" cy="13205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구름 2"/>
          <p:cNvSpPr/>
          <p:nvPr/>
        </p:nvSpPr>
        <p:spPr>
          <a:xfrm>
            <a:off x="547926" y="4304258"/>
            <a:ext cx="1080183" cy="581424"/>
          </a:xfrm>
          <a:prstGeom prst="cloud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ko-KR" altLang="en-US" sz="1000" b="1" i="0" dirty="0" err="1">
                <a:solidFill>
                  <a:srgbClr val="000000"/>
                </a:solidFill>
                <a:latin typeface="+mn-ea"/>
              </a:rPr>
              <a:t>인터넷망</a:t>
            </a:r>
            <a:endParaRPr lang="ko-KR" altLang="en-US" sz="1000" b="1" i="0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31" name="Picture 12" descr="C:\Users\akerr\Desktop\PNG\Content Router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746" y="1047322"/>
            <a:ext cx="245271" cy="185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2" name="TextBox 231"/>
          <p:cNvSpPr txBox="1"/>
          <p:nvPr/>
        </p:nvSpPr>
        <p:spPr>
          <a:xfrm>
            <a:off x="2050808" y="1194896"/>
            <a:ext cx="251209" cy="769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L7</a:t>
            </a:r>
            <a:endParaRPr lang="ko-KR" altLang="en-US" sz="5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234" name="Picture 12" descr="C:\Users\akerr\Desktop\PNG\Content Router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746" y="1391716"/>
            <a:ext cx="245271" cy="185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" name="TextBox 234"/>
          <p:cNvSpPr txBox="1"/>
          <p:nvPr/>
        </p:nvSpPr>
        <p:spPr>
          <a:xfrm>
            <a:off x="2050808" y="1539290"/>
            <a:ext cx="251209" cy="769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L7</a:t>
            </a:r>
            <a:endParaRPr lang="ko-KR" altLang="en-US" sz="5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240" name="Picture 12" descr="C:\Users\akerr\Desktop\PNG\Content Router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746" y="2234552"/>
            <a:ext cx="245271" cy="185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3" name="TextBox 242"/>
          <p:cNvSpPr txBox="1"/>
          <p:nvPr/>
        </p:nvSpPr>
        <p:spPr>
          <a:xfrm>
            <a:off x="2050808" y="2382126"/>
            <a:ext cx="251209" cy="769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L7</a:t>
            </a:r>
            <a:endParaRPr lang="ko-KR" altLang="en-US" sz="5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244" name="Picture 12" descr="C:\Users\akerr\Desktop\PNG\Content Router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746" y="3389475"/>
            <a:ext cx="245271" cy="185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" name="TextBox 244"/>
          <p:cNvSpPr txBox="1"/>
          <p:nvPr/>
        </p:nvSpPr>
        <p:spPr>
          <a:xfrm>
            <a:off x="2050808" y="3537049"/>
            <a:ext cx="251209" cy="769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L7</a:t>
            </a:r>
            <a:endParaRPr lang="ko-KR" altLang="en-US" sz="5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246" name="Picture 12" descr="C:\Users\akerr\Desktop\PNG\Content Router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746" y="4604429"/>
            <a:ext cx="245271" cy="185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7" name="TextBox 246"/>
          <p:cNvSpPr txBox="1"/>
          <p:nvPr/>
        </p:nvSpPr>
        <p:spPr>
          <a:xfrm>
            <a:off x="2050808" y="4752003"/>
            <a:ext cx="251209" cy="769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L7</a:t>
            </a:r>
            <a:endParaRPr lang="ko-KR" altLang="en-US" sz="5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248" name="Picture 12" descr="C:\Users\akerr\Desktop\PNG\Content Router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746" y="5703278"/>
            <a:ext cx="245271" cy="185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9" name="TextBox 248"/>
          <p:cNvSpPr txBox="1"/>
          <p:nvPr/>
        </p:nvSpPr>
        <p:spPr>
          <a:xfrm>
            <a:off x="2050808" y="5850852"/>
            <a:ext cx="251209" cy="7694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L7</a:t>
            </a:r>
            <a:endParaRPr lang="ko-KR" altLang="en-US" sz="500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cxnSp>
        <p:nvCxnSpPr>
          <p:cNvPr id="252" name="직선 연결선 251"/>
          <p:cNvCxnSpPr/>
          <p:nvPr/>
        </p:nvCxnSpPr>
        <p:spPr>
          <a:xfrm>
            <a:off x="2331781" y="2334156"/>
            <a:ext cx="3322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3" name="표 2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698662"/>
              </p:ext>
            </p:extLst>
          </p:nvPr>
        </p:nvGraphicFramePr>
        <p:xfrm>
          <a:off x="4513042" y="1031119"/>
          <a:ext cx="1198351" cy="332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59">
                <a:tc rowSpan="4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서버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벤더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MEM</a:t>
                      </a: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도입일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400" b="1" dirty="0">
                          <a:solidFill>
                            <a:schemeClr val="tx1"/>
                          </a:solidFill>
                        </a:rPr>
                        <a:t>OS/</a:t>
                      </a: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59"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400" b="1" dirty="0">
                          <a:solidFill>
                            <a:schemeClr val="tx1"/>
                          </a:solidFill>
                        </a:rPr>
                        <a:t>백업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1221913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7" name="Text Box 22"/>
          <p:cNvSpPr txBox="1">
            <a:spLocks noChangeArrowheads="1"/>
          </p:cNvSpPr>
          <p:nvPr/>
        </p:nvSpPr>
        <p:spPr bwMode="auto">
          <a:xfrm>
            <a:off x="4416709" y="1334566"/>
            <a:ext cx="1012872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#000~ #000</a:t>
            </a:r>
          </a:p>
        </p:txBody>
      </p:sp>
      <p:sp>
        <p:nvSpPr>
          <p:cNvPr id="261" name="Text Box 22"/>
          <p:cNvSpPr txBox="1">
            <a:spLocks noChangeArrowheads="1"/>
          </p:cNvSpPr>
          <p:nvPr/>
        </p:nvSpPr>
        <p:spPr bwMode="auto">
          <a:xfrm>
            <a:off x="4423059" y="909116"/>
            <a:ext cx="1012872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#000~ #000</a:t>
            </a:r>
          </a:p>
        </p:txBody>
      </p:sp>
      <p:sp>
        <p:nvSpPr>
          <p:cNvPr id="262" name="타원 261"/>
          <p:cNvSpPr/>
          <p:nvPr/>
        </p:nvSpPr>
        <p:spPr>
          <a:xfrm>
            <a:off x="2627546" y="1225612"/>
            <a:ext cx="72000" cy="7200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63" name="타원 262"/>
          <p:cNvSpPr/>
          <p:nvPr/>
        </p:nvSpPr>
        <p:spPr>
          <a:xfrm>
            <a:off x="2702752" y="1225612"/>
            <a:ext cx="72000" cy="7200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64" name="타원 263"/>
          <p:cNvSpPr/>
          <p:nvPr/>
        </p:nvSpPr>
        <p:spPr>
          <a:xfrm>
            <a:off x="2782624" y="1225612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65" name="타원 264"/>
          <p:cNvSpPr/>
          <p:nvPr/>
        </p:nvSpPr>
        <p:spPr>
          <a:xfrm>
            <a:off x="2624340" y="1067876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67" name="타원 266"/>
          <p:cNvSpPr/>
          <p:nvPr/>
        </p:nvSpPr>
        <p:spPr>
          <a:xfrm>
            <a:off x="2699546" y="1067876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68" name="타원 267"/>
          <p:cNvSpPr/>
          <p:nvPr/>
        </p:nvSpPr>
        <p:spPr>
          <a:xfrm>
            <a:off x="2780134" y="1067876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70" name="Text Box 22"/>
          <p:cNvSpPr txBox="1">
            <a:spLocks noChangeArrowheads="1"/>
          </p:cNvSpPr>
          <p:nvPr/>
        </p:nvSpPr>
        <p:spPr bwMode="auto">
          <a:xfrm>
            <a:off x="2802290" y="936223"/>
            <a:ext cx="524314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#000 – 000</a:t>
            </a:r>
          </a:p>
        </p:txBody>
      </p:sp>
      <p:sp>
        <p:nvSpPr>
          <p:cNvPr id="271" name="Text Box 22"/>
          <p:cNvSpPr txBox="1">
            <a:spLocks noChangeArrowheads="1"/>
          </p:cNvSpPr>
          <p:nvPr/>
        </p:nvSpPr>
        <p:spPr bwMode="auto">
          <a:xfrm>
            <a:off x="2805298" y="1093386"/>
            <a:ext cx="524314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#000</a:t>
            </a:r>
          </a:p>
        </p:txBody>
      </p:sp>
      <p:sp>
        <p:nvSpPr>
          <p:cNvPr id="284" name="타원 283"/>
          <p:cNvSpPr/>
          <p:nvPr/>
        </p:nvSpPr>
        <p:spPr>
          <a:xfrm>
            <a:off x="2637072" y="1565905"/>
            <a:ext cx="72000" cy="7200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85" name="타원 284"/>
          <p:cNvSpPr/>
          <p:nvPr/>
        </p:nvSpPr>
        <p:spPr>
          <a:xfrm>
            <a:off x="2712278" y="1565905"/>
            <a:ext cx="72000" cy="7200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87" name="타원 286"/>
          <p:cNvSpPr/>
          <p:nvPr/>
        </p:nvSpPr>
        <p:spPr>
          <a:xfrm>
            <a:off x="2792150" y="1565905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91" name="타원 290"/>
          <p:cNvSpPr/>
          <p:nvPr/>
        </p:nvSpPr>
        <p:spPr>
          <a:xfrm>
            <a:off x="2638629" y="1408169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92" name="타원 291"/>
          <p:cNvSpPr/>
          <p:nvPr/>
        </p:nvSpPr>
        <p:spPr>
          <a:xfrm>
            <a:off x="2713835" y="1408169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94" name="타원 293"/>
          <p:cNvSpPr/>
          <p:nvPr/>
        </p:nvSpPr>
        <p:spPr>
          <a:xfrm>
            <a:off x="2794423" y="1408169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95" name="Text Box 22"/>
          <p:cNvSpPr txBox="1">
            <a:spLocks noChangeArrowheads="1"/>
          </p:cNvSpPr>
          <p:nvPr/>
        </p:nvSpPr>
        <p:spPr bwMode="auto">
          <a:xfrm>
            <a:off x="2816579" y="1276516"/>
            <a:ext cx="524314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#000 – 000</a:t>
            </a:r>
          </a:p>
        </p:txBody>
      </p:sp>
      <p:sp>
        <p:nvSpPr>
          <p:cNvPr id="297" name="Text Box 22"/>
          <p:cNvSpPr txBox="1">
            <a:spLocks noChangeArrowheads="1"/>
          </p:cNvSpPr>
          <p:nvPr/>
        </p:nvSpPr>
        <p:spPr bwMode="auto">
          <a:xfrm>
            <a:off x="2819587" y="1433679"/>
            <a:ext cx="524314" cy="16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91407" bIns="45704">
            <a:spAutoFit/>
          </a:bodyPr>
          <a:lstStyle>
            <a:lvl1pPr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1pPr>
            <a:lvl2pPr marL="742950" indent="-28575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2pPr>
            <a:lvl3pPr marL="11430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3pPr>
            <a:lvl4pPr marL="16002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4pPr>
            <a:lvl5pPr marL="2057400" indent="-228600" defTabSz="1222375" eaLnBrk="0" hangingPunct="0"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 sz="300" b="1">
                <a:solidFill>
                  <a:srgbClr val="FF0000"/>
                </a:solidFill>
                <a:latin typeface="Verdana" pitchFamily="34" charset="0"/>
                <a:ea typeface="가는둥근제목체"/>
                <a:cs typeface="가는둥근제목체"/>
              </a:defRPr>
            </a:lvl9pPr>
          </a:lstStyle>
          <a:p>
            <a:pPr eaLnBrk="1" latinLnBrk="1" hangingPunct="1"/>
            <a:r>
              <a:rPr lang="en-US" altLang="ko-KR" sz="500" i="0" dirty="0">
                <a:solidFill>
                  <a:srgbClr val="000000"/>
                </a:solidFill>
                <a:latin typeface="+mn-ea"/>
                <a:ea typeface="+mn-ea"/>
              </a:rPr>
              <a:t>#000- 000</a:t>
            </a:r>
          </a:p>
        </p:txBody>
      </p:sp>
      <p:sp>
        <p:nvSpPr>
          <p:cNvPr id="298" name="타원 297"/>
          <p:cNvSpPr/>
          <p:nvPr/>
        </p:nvSpPr>
        <p:spPr>
          <a:xfrm>
            <a:off x="2694092" y="2200160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99" name="타원 298"/>
          <p:cNvSpPr/>
          <p:nvPr/>
        </p:nvSpPr>
        <p:spPr>
          <a:xfrm>
            <a:off x="2769298" y="2200160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00" name="타원 299"/>
          <p:cNvSpPr/>
          <p:nvPr/>
        </p:nvSpPr>
        <p:spPr>
          <a:xfrm>
            <a:off x="2849886" y="2200160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03" name="타원 302"/>
          <p:cNvSpPr/>
          <p:nvPr/>
        </p:nvSpPr>
        <p:spPr>
          <a:xfrm>
            <a:off x="2688099" y="2372198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04" name="타원 303"/>
          <p:cNvSpPr/>
          <p:nvPr/>
        </p:nvSpPr>
        <p:spPr>
          <a:xfrm>
            <a:off x="2763305" y="2372198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05" name="타원 304"/>
          <p:cNvSpPr/>
          <p:nvPr/>
        </p:nvSpPr>
        <p:spPr>
          <a:xfrm>
            <a:off x="2843893" y="2372198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06" name="타원 305"/>
          <p:cNvSpPr/>
          <p:nvPr/>
        </p:nvSpPr>
        <p:spPr>
          <a:xfrm>
            <a:off x="3449398" y="2194615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07" name="타원 306"/>
          <p:cNvSpPr/>
          <p:nvPr/>
        </p:nvSpPr>
        <p:spPr>
          <a:xfrm>
            <a:off x="3524604" y="2194615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08" name="타원 307"/>
          <p:cNvSpPr/>
          <p:nvPr/>
        </p:nvSpPr>
        <p:spPr>
          <a:xfrm>
            <a:off x="3596916" y="2194615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09" name="타원 308"/>
          <p:cNvSpPr/>
          <p:nvPr/>
        </p:nvSpPr>
        <p:spPr>
          <a:xfrm>
            <a:off x="3453596" y="2372198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10" name="타원 309"/>
          <p:cNvSpPr/>
          <p:nvPr/>
        </p:nvSpPr>
        <p:spPr>
          <a:xfrm>
            <a:off x="3528802" y="2372198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11" name="타원 310"/>
          <p:cNvSpPr/>
          <p:nvPr/>
        </p:nvSpPr>
        <p:spPr>
          <a:xfrm>
            <a:off x="3601114" y="2372198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12" name="타원 311"/>
          <p:cNvSpPr/>
          <p:nvPr/>
        </p:nvSpPr>
        <p:spPr>
          <a:xfrm>
            <a:off x="4100135" y="2183965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13" name="타원 312"/>
          <p:cNvSpPr/>
          <p:nvPr/>
        </p:nvSpPr>
        <p:spPr>
          <a:xfrm>
            <a:off x="4171203" y="2183965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14" name="타원 313"/>
          <p:cNvSpPr/>
          <p:nvPr/>
        </p:nvSpPr>
        <p:spPr>
          <a:xfrm>
            <a:off x="4243515" y="2183965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15" name="타원 314"/>
          <p:cNvSpPr/>
          <p:nvPr/>
        </p:nvSpPr>
        <p:spPr>
          <a:xfrm>
            <a:off x="4100135" y="2352765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16" name="타원 315"/>
          <p:cNvSpPr/>
          <p:nvPr/>
        </p:nvSpPr>
        <p:spPr>
          <a:xfrm>
            <a:off x="4171203" y="2352765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17" name="타원 316"/>
          <p:cNvSpPr/>
          <p:nvPr/>
        </p:nvSpPr>
        <p:spPr>
          <a:xfrm>
            <a:off x="4243515" y="2352765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18" name="타원 317"/>
          <p:cNvSpPr/>
          <p:nvPr/>
        </p:nvSpPr>
        <p:spPr>
          <a:xfrm>
            <a:off x="4734656" y="2168922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19" name="타원 318"/>
          <p:cNvSpPr/>
          <p:nvPr/>
        </p:nvSpPr>
        <p:spPr>
          <a:xfrm>
            <a:off x="4805724" y="2168922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20" name="타원 319"/>
          <p:cNvSpPr/>
          <p:nvPr/>
        </p:nvSpPr>
        <p:spPr>
          <a:xfrm>
            <a:off x="4878036" y="2168922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21" name="타원 320"/>
          <p:cNvSpPr/>
          <p:nvPr/>
        </p:nvSpPr>
        <p:spPr>
          <a:xfrm>
            <a:off x="4734656" y="2347829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22" name="타원 321"/>
          <p:cNvSpPr/>
          <p:nvPr/>
        </p:nvSpPr>
        <p:spPr>
          <a:xfrm>
            <a:off x="4805724" y="2347829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23" name="타원 322"/>
          <p:cNvSpPr/>
          <p:nvPr/>
        </p:nvSpPr>
        <p:spPr>
          <a:xfrm>
            <a:off x="4878036" y="2347829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35" name="타원 334"/>
          <p:cNvSpPr/>
          <p:nvPr/>
        </p:nvSpPr>
        <p:spPr>
          <a:xfrm>
            <a:off x="3038670" y="4792947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36" name="타원 335"/>
          <p:cNvSpPr/>
          <p:nvPr/>
        </p:nvSpPr>
        <p:spPr>
          <a:xfrm>
            <a:off x="2886316" y="4792947"/>
            <a:ext cx="72000" cy="72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37" name="타원 336"/>
          <p:cNvSpPr/>
          <p:nvPr/>
        </p:nvSpPr>
        <p:spPr>
          <a:xfrm>
            <a:off x="2961522" y="4792947"/>
            <a:ext cx="72000" cy="72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38" name="타원 337"/>
          <p:cNvSpPr/>
          <p:nvPr/>
        </p:nvSpPr>
        <p:spPr>
          <a:xfrm>
            <a:off x="3753468" y="4792947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39" name="타원 338"/>
          <p:cNvSpPr/>
          <p:nvPr/>
        </p:nvSpPr>
        <p:spPr>
          <a:xfrm>
            <a:off x="3601114" y="4792947"/>
            <a:ext cx="72000" cy="72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40" name="타원 339"/>
          <p:cNvSpPr/>
          <p:nvPr/>
        </p:nvSpPr>
        <p:spPr>
          <a:xfrm>
            <a:off x="3676320" y="4792947"/>
            <a:ext cx="72000" cy="72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41" name="타원 340"/>
          <p:cNvSpPr/>
          <p:nvPr/>
        </p:nvSpPr>
        <p:spPr>
          <a:xfrm>
            <a:off x="4518190" y="4781991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42" name="타원 341"/>
          <p:cNvSpPr/>
          <p:nvPr/>
        </p:nvSpPr>
        <p:spPr>
          <a:xfrm>
            <a:off x="4365836" y="4781991"/>
            <a:ext cx="72000" cy="72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43" name="타원 342"/>
          <p:cNvSpPr/>
          <p:nvPr/>
        </p:nvSpPr>
        <p:spPr>
          <a:xfrm>
            <a:off x="4441042" y="4781991"/>
            <a:ext cx="72000" cy="72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44" name="타원 343"/>
          <p:cNvSpPr/>
          <p:nvPr/>
        </p:nvSpPr>
        <p:spPr>
          <a:xfrm>
            <a:off x="5285902" y="4782298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45" name="타원 344"/>
          <p:cNvSpPr/>
          <p:nvPr/>
        </p:nvSpPr>
        <p:spPr>
          <a:xfrm>
            <a:off x="5133548" y="4782298"/>
            <a:ext cx="72000" cy="72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46" name="타원 345"/>
          <p:cNvSpPr/>
          <p:nvPr/>
        </p:nvSpPr>
        <p:spPr>
          <a:xfrm>
            <a:off x="5208754" y="4782298"/>
            <a:ext cx="72000" cy="72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47" name="타원 346"/>
          <p:cNvSpPr/>
          <p:nvPr/>
        </p:nvSpPr>
        <p:spPr>
          <a:xfrm>
            <a:off x="2766092" y="3394635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48" name="타원 347"/>
          <p:cNvSpPr/>
          <p:nvPr/>
        </p:nvSpPr>
        <p:spPr>
          <a:xfrm>
            <a:off x="2841298" y="3394635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49" name="타원 348"/>
          <p:cNvSpPr/>
          <p:nvPr/>
        </p:nvSpPr>
        <p:spPr>
          <a:xfrm>
            <a:off x="2921886" y="3394635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50" name="타원 349"/>
          <p:cNvSpPr/>
          <p:nvPr/>
        </p:nvSpPr>
        <p:spPr>
          <a:xfrm>
            <a:off x="2769298" y="3564584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51" name="타원 350"/>
          <p:cNvSpPr/>
          <p:nvPr/>
        </p:nvSpPr>
        <p:spPr>
          <a:xfrm>
            <a:off x="2844504" y="3564584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52" name="타원 351"/>
          <p:cNvSpPr/>
          <p:nvPr/>
        </p:nvSpPr>
        <p:spPr>
          <a:xfrm>
            <a:off x="2920068" y="3564584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53" name="타원 352"/>
          <p:cNvSpPr/>
          <p:nvPr/>
        </p:nvSpPr>
        <p:spPr>
          <a:xfrm>
            <a:off x="2789302" y="5688206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54" name="타원 353"/>
          <p:cNvSpPr/>
          <p:nvPr/>
        </p:nvSpPr>
        <p:spPr>
          <a:xfrm>
            <a:off x="2864508" y="5688206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55" name="타원 354"/>
          <p:cNvSpPr/>
          <p:nvPr/>
        </p:nvSpPr>
        <p:spPr>
          <a:xfrm>
            <a:off x="2940072" y="5688206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56" name="타원 355"/>
          <p:cNvSpPr/>
          <p:nvPr/>
        </p:nvSpPr>
        <p:spPr>
          <a:xfrm>
            <a:off x="2786512" y="5858038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57" name="타원 356"/>
          <p:cNvSpPr/>
          <p:nvPr/>
        </p:nvSpPr>
        <p:spPr>
          <a:xfrm>
            <a:off x="2861718" y="5858038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58" name="타원 357"/>
          <p:cNvSpPr/>
          <p:nvPr/>
        </p:nvSpPr>
        <p:spPr>
          <a:xfrm>
            <a:off x="2937282" y="5858038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59" name="타원 358"/>
          <p:cNvSpPr/>
          <p:nvPr/>
        </p:nvSpPr>
        <p:spPr>
          <a:xfrm>
            <a:off x="6316271" y="1188483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60" name="타원 359"/>
          <p:cNvSpPr/>
          <p:nvPr/>
        </p:nvSpPr>
        <p:spPr>
          <a:xfrm>
            <a:off x="6391477" y="1188483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61" name="타원 360"/>
          <p:cNvSpPr/>
          <p:nvPr/>
        </p:nvSpPr>
        <p:spPr>
          <a:xfrm>
            <a:off x="6467041" y="1188483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362" name="그룹 361"/>
          <p:cNvGrpSpPr/>
          <p:nvPr/>
        </p:nvGrpSpPr>
        <p:grpSpPr>
          <a:xfrm>
            <a:off x="8612533" y="82804"/>
            <a:ext cx="1334020" cy="492443"/>
            <a:chOff x="8086065" y="64990"/>
            <a:chExt cx="1334020" cy="492443"/>
          </a:xfrm>
        </p:grpSpPr>
        <p:sp>
          <p:nvSpPr>
            <p:cNvPr id="363" name="TextBox 362"/>
            <p:cNvSpPr txBox="1"/>
            <p:nvPr/>
          </p:nvSpPr>
          <p:spPr>
            <a:xfrm>
              <a:off x="8086065" y="64990"/>
              <a:ext cx="133402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latinLnBrk="1" hangingPunct="1"/>
              <a:r>
                <a:rPr lang="en-US" altLang="ko-KR" sz="800" i="0" dirty="0">
                  <a:solidFill>
                    <a:srgbClr val="000000"/>
                  </a:solidFill>
                  <a:latin typeface="+mn-ea"/>
                  <a:ea typeface="+mn-ea"/>
                </a:rPr>
                <a:t>※ </a:t>
              </a:r>
              <a:r>
                <a:rPr lang="ko-KR" altLang="en-US" sz="800" i="0" dirty="0">
                  <a:solidFill>
                    <a:srgbClr val="000000"/>
                  </a:solidFill>
                  <a:latin typeface="+mn-ea"/>
                  <a:ea typeface="+mn-ea"/>
                </a:rPr>
                <a:t>범례</a:t>
              </a:r>
              <a:r>
                <a:rPr lang="en-US" altLang="ko-KR" sz="600" i="0" dirty="0">
                  <a:solidFill>
                    <a:srgbClr val="000000"/>
                  </a:solidFill>
                  <a:latin typeface="+mn-ea"/>
                  <a:ea typeface="+mn-ea"/>
                </a:rPr>
                <a:t>              : HW/OS/DB</a:t>
              </a:r>
            </a:p>
            <a:p>
              <a:pPr eaLnBrk="1" latinLnBrk="1" hangingPunct="1"/>
              <a:r>
                <a:rPr lang="en-US" altLang="ko-KR" sz="600" i="0" dirty="0">
                  <a:solidFill>
                    <a:srgbClr val="000000"/>
                  </a:solidFill>
                  <a:latin typeface="+mn-ea"/>
                  <a:ea typeface="+mn-ea"/>
                </a:rPr>
                <a:t>                           : 1~3</a:t>
              </a:r>
              <a:r>
                <a:rPr lang="ko-KR" altLang="en-US" sz="600" i="0" dirty="0">
                  <a:solidFill>
                    <a:srgbClr val="000000"/>
                  </a:solidFill>
                  <a:latin typeface="+mn-ea"/>
                  <a:ea typeface="+mn-ea"/>
                </a:rPr>
                <a:t>년</a:t>
              </a:r>
              <a:endParaRPr lang="en-US" altLang="ko-KR" sz="600" i="0" dirty="0">
                <a:solidFill>
                  <a:srgbClr val="000000"/>
                </a:solidFill>
                <a:latin typeface="+mn-ea"/>
                <a:ea typeface="+mn-ea"/>
              </a:endParaRPr>
            </a:p>
            <a:p>
              <a:pPr eaLnBrk="1" latinLnBrk="1" hangingPunct="1"/>
              <a:r>
                <a:rPr lang="en-US" altLang="ko-KR" sz="600" i="0" dirty="0">
                  <a:solidFill>
                    <a:srgbClr val="000000"/>
                  </a:solidFill>
                  <a:latin typeface="+mn-ea"/>
                  <a:ea typeface="+mn-ea"/>
                </a:rPr>
                <a:t>                           : 3~5</a:t>
              </a:r>
              <a:r>
                <a:rPr lang="ko-KR" altLang="en-US" sz="600" i="0" dirty="0">
                  <a:solidFill>
                    <a:srgbClr val="000000"/>
                  </a:solidFill>
                  <a:latin typeface="+mn-ea"/>
                  <a:ea typeface="+mn-ea"/>
                </a:rPr>
                <a:t>년</a:t>
              </a:r>
              <a:endParaRPr lang="en-US" altLang="ko-KR" sz="600" i="0" dirty="0">
                <a:solidFill>
                  <a:srgbClr val="000000"/>
                </a:solidFill>
                <a:latin typeface="+mn-ea"/>
                <a:ea typeface="+mn-ea"/>
              </a:endParaRPr>
            </a:p>
            <a:p>
              <a:pPr eaLnBrk="1" latinLnBrk="1" hangingPunct="1"/>
              <a:r>
                <a:rPr lang="en-US" altLang="ko-KR" sz="600" i="0" dirty="0">
                  <a:solidFill>
                    <a:srgbClr val="000000"/>
                  </a:solidFill>
                  <a:latin typeface="+mn-ea"/>
                  <a:ea typeface="+mn-ea"/>
                </a:rPr>
                <a:t>                           : 5</a:t>
              </a:r>
              <a:r>
                <a:rPr lang="ko-KR" altLang="en-US" sz="600" i="0" dirty="0" err="1">
                  <a:solidFill>
                    <a:srgbClr val="000000"/>
                  </a:solidFill>
                  <a:latin typeface="+mn-ea"/>
                  <a:ea typeface="+mn-ea"/>
                </a:rPr>
                <a:t>년이상</a:t>
              </a:r>
              <a:endParaRPr lang="ko-KR" altLang="en-US" sz="600" i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64" name="타원 363"/>
            <p:cNvSpPr/>
            <p:nvPr/>
          </p:nvSpPr>
          <p:spPr>
            <a:xfrm>
              <a:off x="8722067" y="233110"/>
              <a:ext cx="72000" cy="72000"/>
            </a:xfrm>
            <a:prstGeom prst="ellipse">
              <a:avLst/>
            </a:prstGeom>
            <a:solidFill>
              <a:srgbClr val="00B050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latinLnBrk="1" hangingPunct="1"/>
              <a:endParaRPr lang="ko-KR" altLang="en-US" sz="1000" i="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65" name="타원 364"/>
            <p:cNvSpPr/>
            <p:nvPr/>
          </p:nvSpPr>
          <p:spPr>
            <a:xfrm>
              <a:off x="8722067" y="331047"/>
              <a:ext cx="72000" cy="72000"/>
            </a:xfrm>
            <a:prstGeom prst="ellipse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latinLnBrk="1" hangingPunct="1"/>
              <a:endParaRPr lang="ko-KR" altLang="en-US" sz="1000" i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66" name="타원 365"/>
            <p:cNvSpPr/>
            <p:nvPr/>
          </p:nvSpPr>
          <p:spPr>
            <a:xfrm>
              <a:off x="8722067" y="421805"/>
              <a:ext cx="72000" cy="72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latinLnBrk="1" hangingPunct="1"/>
              <a:endParaRPr lang="ko-KR" altLang="en-US" sz="1000" i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67" name="타원 366"/>
            <p:cNvSpPr/>
            <p:nvPr/>
          </p:nvSpPr>
          <p:spPr>
            <a:xfrm>
              <a:off x="8568979" y="140400"/>
              <a:ext cx="72000" cy="7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latinLnBrk="1" hangingPunct="1"/>
              <a:endParaRPr lang="ko-KR" altLang="en-US" sz="1000" i="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68" name="타원 367"/>
            <p:cNvSpPr/>
            <p:nvPr/>
          </p:nvSpPr>
          <p:spPr>
            <a:xfrm>
              <a:off x="8647381" y="140400"/>
              <a:ext cx="72000" cy="7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latinLnBrk="1" hangingPunct="1"/>
              <a:endParaRPr lang="ko-KR" altLang="en-US" sz="1000" i="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69" name="타원 368"/>
            <p:cNvSpPr/>
            <p:nvPr/>
          </p:nvSpPr>
          <p:spPr>
            <a:xfrm>
              <a:off x="8722067" y="140400"/>
              <a:ext cx="72000" cy="7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latinLnBrk="1" hangingPunct="1"/>
              <a:endParaRPr lang="ko-KR" altLang="en-US" sz="1000" i="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370" name="타원 369"/>
          <p:cNvSpPr/>
          <p:nvPr/>
        </p:nvSpPr>
        <p:spPr>
          <a:xfrm>
            <a:off x="6319835" y="3814555"/>
            <a:ext cx="72000" cy="7200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71" name="타원 370"/>
          <p:cNvSpPr/>
          <p:nvPr/>
        </p:nvSpPr>
        <p:spPr>
          <a:xfrm>
            <a:off x="6395041" y="3814555"/>
            <a:ext cx="72000" cy="7200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73" name="타원 372"/>
          <p:cNvSpPr/>
          <p:nvPr/>
        </p:nvSpPr>
        <p:spPr>
          <a:xfrm>
            <a:off x="6319835" y="4042485"/>
            <a:ext cx="72000" cy="7200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74" name="타원 373"/>
          <p:cNvSpPr/>
          <p:nvPr/>
        </p:nvSpPr>
        <p:spPr>
          <a:xfrm>
            <a:off x="6395041" y="4042485"/>
            <a:ext cx="72000" cy="7200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77" name="타원 376"/>
          <p:cNvSpPr/>
          <p:nvPr/>
        </p:nvSpPr>
        <p:spPr>
          <a:xfrm>
            <a:off x="6274491" y="2444877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78" name="타원 377"/>
          <p:cNvSpPr/>
          <p:nvPr/>
        </p:nvSpPr>
        <p:spPr>
          <a:xfrm>
            <a:off x="6349697" y="2444877"/>
            <a:ext cx="72000" cy="72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79" name="타원 378"/>
          <p:cNvSpPr/>
          <p:nvPr/>
        </p:nvSpPr>
        <p:spPr>
          <a:xfrm>
            <a:off x="6425261" y="2444877"/>
            <a:ext cx="72000" cy="72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80" name="타원 379"/>
          <p:cNvSpPr/>
          <p:nvPr/>
        </p:nvSpPr>
        <p:spPr>
          <a:xfrm>
            <a:off x="6322097" y="5405156"/>
            <a:ext cx="72000" cy="7200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81" name="타원 380"/>
          <p:cNvSpPr/>
          <p:nvPr/>
        </p:nvSpPr>
        <p:spPr>
          <a:xfrm>
            <a:off x="6397303" y="5405156"/>
            <a:ext cx="72000" cy="7200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83" name="타원 382"/>
          <p:cNvSpPr/>
          <p:nvPr/>
        </p:nvSpPr>
        <p:spPr>
          <a:xfrm>
            <a:off x="6325973" y="5592326"/>
            <a:ext cx="72000" cy="7200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84" name="타원 383"/>
          <p:cNvSpPr/>
          <p:nvPr/>
        </p:nvSpPr>
        <p:spPr>
          <a:xfrm>
            <a:off x="6401179" y="5592326"/>
            <a:ext cx="72000" cy="7200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86" name="타원 385"/>
          <p:cNvSpPr/>
          <p:nvPr/>
        </p:nvSpPr>
        <p:spPr>
          <a:xfrm>
            <a:off x="6478447" y="5403168"/>
            <a:ext cx="72000" cy="7200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87" name="타원 386"/>
          <p:cNvSpPr/>
          <p:nvPr/>
        </p:nvSpPr>
        <p:spPr>
          <a:xfrm>
            <a:off x="6476385" y="5590338"/>
            <a:ext cx="72000" cy="7200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88" name="타원 387"/>
          <p:cNvSpPr/>
          <p:nvPr/>
        </p:nvSpPr>
        <p:spPr>
          <a:xfrm>
            <a:off x="6472509" y="3811468"/>
            <a:ext cx="72000" cy="7200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89" name="타원 388"/>
          <p:cNvSpPr/>
          <p:nvPr/>
        </p:nvSpPr>
        <p:spPr>
          <a:xfrm>
            <a:off x="6470447" y="4040204"/>
            <a:ext cx="72000" cy="7200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endParaRPr lang="ko-KR" alt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24" name="폭발 1 323"/>
          <p:cNvSpPr/>
          <p:nvPr/>
        </p:nvSpPr>
        <p:spPr>
          <a:xfrm>
            <a:off x="8432797" y="722449"/>
            <a:ext cx="330942" cy="253415"/>
          </a:xfrm>
          <a:prstGeom prst="irregularSeal1">
            <a:avLst/>
          </a:prstGeom>
          <a:solidFill>
            <a:srgbClr val="FFCC00"/>
          </a:solidFill>
          <a:ln w="12700">
            <a:solidFill>
              <a:srgbClr val="3399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W0</a:t>
            </a:r>
            <a:endParaRPr lang="ko-KR" altLang="en-US" sz="800" b="1" i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33" name="폭발 1 332"/>
          <p:cNvSpPr/>
          <p:nvPr/>
        </p:nvSpPr>
        <p:spPr>
          <a:xfrm>
            <a:off x="8606236" y="1953728"/>
            <a:ext cx="330942" cy="253415"/>
          </a:xfrm>
          <a:prstGeom prst="irregularSeal1">
            <a:avLst/>
          </a:prstGeom>
          <a:solidFill>
            <a:srgbClr val="FFCC00"/>
          </a:solidFill>
          <a:ln w="12700">
            <a:solidFill>
              <a:srgbClr val="3399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W0</a:t>
            </a:r>
            <a:endParaRPr lang="ko-KR" altLang="en-US" sz="800" b="1" i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34" name="폭발 1 333"/>
          <p:cNvSpPr/>
          <p:nvPr/>
        </p:nvSpPr>
        <p:spPr>
          <a:xfrm>
            <a:off x="4757518" y="4337501"/>
            <a:ext cx="448030" cy="253415"/>
          </a:xfrm>
          <a:prstGeom prst="irregularSeal1">
            <a:avLst/>
          </a:prstGeom>
          <a:solidFill>
            <a:srgbClr val="FFCC00"/>
          </a:solidFill>
          <a:ln w="12700">
            <a:solidFill>
              <a:srgbClr val="3399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W00</a:t>
            </a:r>
            <a:endParaRPr lang="ko-KR" altLang="en-US" sz="800" b="1" i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72" name="폭발 1 371"/>
          <p:cNvSpPr/>
          <p:nvPr/>
        </p:nvSpPr>
        <p:spPr>
          <a:xfrm>
            <a:off x="8509984" y="3259173"/>
            <a:ext cx="330942" cy="253415"/>
          </a:xfrm>
          <a:prstGeom prst="irregularSeal1">
            <a:avLst/>
          </a:prstGeom>
          <a:solidFill>
            <a:srgbClr val="FFCC00"/>
          </a:solidFill>
          <a:ln w="12700">
            <a:solidFill>
              <a:srgbClr val="3399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W0</a:t>
            </a:r>
            <a:endParaRPr lang="ko-KR" altLang="en-US" sz="800" b="1" i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75" name="폭발 1 374"/>
          <p:cNvSpPr/>
          <p:nvPr/>
        </p:nvSpPr>
        <p:spPr>
          <a:xfrm>
            <a:off x="4608769" y="690366"/>
            <a:ext cx="330942" cy="253415"/>
          </a:xfrm>
          <a:prstGeom prst="irregularSeal1">
            <a:avLst/>
          </a:prstGeom>
          <a:solidFill>
            <a:srgbClr val="FFCC00"/>
          </a:solidFill>
          <a:ln w="12700">
            <a:solidFill>
              <a:srgbClr val="3399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W0</a:t>
            </a:r>
            <a:endParaRPr lang="ko-KR" altLang="en-US" sz="800" b="1" i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82" name="폭발 1 381"/>
          <p:cNvSpPr/>
          <p:nvPr/>
        </p:nvSpPr>
        <p:spPr>
          <a:xfrm>
            <a:off x="4745797" y="1872591"/>
            <a:ext cx="330942" cy="253415"/>
          </a:xfrm>
          <a:prstGeom prst="irregularSeal1">
            <a:avLst/>
          </a:prstGeom>
          <a:solidFill>
            <a:srgbClr val="FFCC00"/>
          </a:solidFill>
          <a:ln w="12700">
            <a:solidFill>
              <a:srgbClr val="3399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W0</a:t>
            </a:r>
            <a:endParaRPr lang="ko-KR" altLang="en-US" sz="800" b="1" i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85" name="폭발 1 384"/>
          <p:cNvSpPr/>
          <p:nvPr/>
        </p:nvSpPr>
        <p:spPr>
          <a:xfrm>
            <a:off x="8865035" y="3249599"/>
            <a:ext cx="418212" cy="253415"/>
          </a:xfrm>
          <a:prstGeom prst="irregularSeal1">
            <a:avLst/>
          </a:prstGeom>
          <a:solidFill>
            <a:srgbClr val="FFCC00"/>
          </a:solidFill>
          <a:ln w="12700">
            <a:solidFill>
              <a:srgbClr val="3399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W00</a:t>
            </a:r>
            <a:endParaRPr lang="ko-KR" altLang="en-US" sz="800" b="1" i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90" name="폭발 1 389"/>
          <p:cNvSpPr/>
          <p:nvPr/>
        </p:nvSpPr>
        <p:spPr>
          <a:xfrm>
            <a:off x="8446823" y="4903290"/>
            <a:ext cx="418212" cy="253415"/>
          </a:xfrm>
          <a:prstGeom prst="irregularSeal1">
            <a:avLst/>
          </a:prstGeom>
          <a:solidFill>
            <a:srgbClr val="FFCC00"/>
          </a:solidFill>
          <a:ln w="12700">
            <a:solidFill>
              <a:srgbClr val="3399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W00</a:t>
            </a:r>
            <a:endParaRPr lang="ko-KR" altLang="en-US" sz="800" b="1" i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54395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31"/>
          <p:cNvSpPr>
            <a:spLocks noChangeArrowheads="1"/>
          </p:cNvSpPr>
          <p:nvPr/>
        </p:nvSpPr>
        <p:spPr bwMode="auto">
          <a:xfrm>
            <a:off x="250826" y="214773"/>
            <a:ext cx="9440181" cy="304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just" defTabSz="190473" latinLnBrk="1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SzPct val="25000"/>
            </a:pPr>
            <a:r>
              <a:rPr lang="en-US" altLang="ko-KR" sz="1800" b="1" i="0" dirty="0">
                <a:solidFill>
                  <a:srgbClr val="000000"/>
                </a:solidFill>
                <a:latin typeface="+mn-ea"/>
                <a:ea typeface="+mn-ea"/>
              </a:rPr>
              <a:t>3. OOO</a:t>
            </a:r>
            <a:r>
              <a:rPr lang="ko-KR" altLang="en-US" sz="1800" b="1" i="0" dirty="0">
                <a:solidFill>
                  <a:srgbClr val="000000"/>
                </a:solidFill>
                <a:latin typeface="+mn-ea"/>
                <a:ea typeface="+mn-ea"/>
              </a:rPr>
              <a:t>  시스템  세부 구성도</a:t>
            </a:r>
            <a:endParaRPr lang="en-US" altLang="ko-KR" sz="1800" b="1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2798078" y="766900"/>
            <a:ext cx="4440922" cy="5541826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64" name="그룹 163"/>
          <p:cNvGrpSpPr/>
          <p:nvPr/>
        </p:nvGrpSpPr>
        <p:grpSpPr>
          <a:xfrm>
            <a:off x="2798078" y="767774"/>
            <a:ext cx="1840219" cy="214866"/>
            <a:chOff x="729755" y="2866150"/>
            <a:chExt cx="289419" cy="3406026"/>
          </a:xfrm>
        </p:grpSpPr>
        <p:sp>
          <p:nvSpPr>
            <p:cNvPr id="165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785871" y="3088155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OO</a:t>
              </a:r>
              <a:r>
                <a:rPr lang="ko-KR" altLang="en-US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시스템</a:t>
              </a:r>
              <a:endParaRPr lang="en-US" altLang="ko-KR" sz="1200" b="1" i="0" dirty="0">
                <a:solidFill>
                  <a:srgbClr val="3768C8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67" name="직사각형 166"/>
          <p:cNvSpPr/>
          <p:nvPr/>
        </p:nvSpPr>
        <p:spPr>
          <a:xfrm>
            <a:off x="2946669" y="1090689"/>
            <a:ext cx="4149455" cy="3843960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94" name="직사각형 193"/>
          <p:cNvSpPr/>
          <p:nvPr/>
        </p:nvSpPr>
        <p:spPr>
          <a:xfrm>
            <a:off x="2946670" y="5020087"/>
            <a:ext cx="4149454" cy="554874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12" name="직사각형 211"/>
          <p:cNvSpPr/>
          <p:nvPr/>
        </p:nvSpPr>
        <p:spPr>
          <a:xfrm>
            <a:off x="2946670" y="5662306"/>
            <a:ext cx="4149454" cy="554400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21" name="직사각형 220"/>
          <p:cNvSpPr/>
          <p:nvPr/>
        </p:nvSpPr>
        <p:spPr>
          <a:xfrm>
            <a:off x="7793067" y="3677811"/>
            <a:ext cx="1840216" cy="2630914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222" name="그룹 221"/>
          <p:cNvGrpSpPr/>
          <p:nvPr/>
        </p:nvGrpSpPr>
        <p:grpSpPr>
          <a:xfrm>
            <a:off x="7793078" y="3678685"/>
            <a:ext cx="1840223" cy="214866"/>
            <a:chOff x="729755" y="2866150"/>
            <a:chExt cx="289419" cy="3406026"/>
          </a:xfrm>
        </p:grpSpPr>
        <p:sp>
          <p:nvSpPr>
            <p:cNvPr id="223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24" name="직사각형 223"/>
            <p:cNvSpPr/>
            <p:nvPr/>
          </p:nvSpPr>
          <p:spPr>
            <a:xfrm>
              <a:off x="753196" y="3088155"/>
              <a:ext cx="251790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OOOO </a:t>
              </a:r>
              <a:r>
                <a:rPr lang="ko-KR" altLang="en-US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연계 시스템</a:t>
              </a:r>
              <a:endParaRPr lang="en-US" altLang="ko-KR" sz="1200" b="1" i="0" dirty="0">
                <a:solidFill>
                  <a:srgbClr val="3768C8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25" name="직사각형 224"/>
          <p:cNvSpPr/>
          <p:nvPr/>
        </p:nvSpPr>
        <p:spPr>
          <a:xfrm>
            <a:off x="7793067" y="781779"/>
            <a:ext cx="1840216" cy="2722933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226" name="그룹 225"/>
          <p:cNvGrpSpPr/>
          <p:nvPr/>
        </p:nvGrpSpPr>
        <p:grpSpPr>
          <a:xfrm>
            <a:off x="7793066" y="782654"/>
            <a:ext cx="1840219" cy="214866"/>
            <a:chOff x="729755" y="2866150"/>
            <a:chExt cx="289419" cy="3406026"/>
          </a:xfrm>
        </p:grpSpPr>
        <p:sp>
          <p:nvSpPr>
            <p:cNvPr id="227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28" name="직사각형 227"/>
            <p:cNvSpPr/>
            <p:nvPr/>
          </p:nvSpPr>
          <p:spPr>
            <a:xfrm>
              <a:off x="785871" y="3088156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ko-KR" altLang="en-US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외부 </a:t>
              </a:r>
              <a:r>
                <a:rPr lang="en-US" altLang="ko-KR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Interface</a:t>
              </a:r>
            </a:p>
          </p:txBody>
        </p:sp>
      </p:grpSp>
      <p:sp>
        <p:nvSpPr>
          <p:cNvPr id="229" name="직사각형 228"/>
          <p:cNvSpPr/>
          <p:nvPr/>
        </p:nvSpPr>
        <p:spPr>
          <a:xfrm>
            <a:off x="7954188" y="1111276"/>
            <a:ext cx="1517982" cy="902864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230" name="그룹 229"/>
          <p:cNvGrpSpPr/>
          <p:nvPr/>
        </p:nvGrpSpPr>
        <p:grpSpPr>
          <a:xfrm>
            <a:off x="8007675" y="1174669"/>
            <a:ext cx="695703" cy="208963"/>
            <a:chOff x="1341244" y="3264565"/>
            <a:chExt cx="695703" cy="208963"/>
          </a:xfrm>
        </p:grpSpPr>
        <p:sp>
          <p:nvSpPr>
            <p:cNvPr id="231" name="직사각형 102"/>
            <p:cNvSpPr>
              <a:spLocks noChangeArrowheads="1"/>
            </p:cNvSpPr>
            <p:nvPr/>
          </p:nvSpPr>
          <p:spPr bwMode="auto">
            <a:xfrm>
              <a:off x="1341244" y="3319640"/>
              <a:ext cx="695703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1" i="0" dirty="0">
                  <a:solidFill>
                    <a:srgbClr val="365792"/>
                  </a:solidFill>
                  <a:latin typeface="+mn-ea"/>
                  <a:ea typeface="+mn-ea"/>
                </a:rPr>
                <a:t>OOOOOOO</a:t>
              </a:r>
            </a:p>
          </p:txBody>
        </p:sp>
        <p:sp>
          <p:nvSpPr>
            <p:cNvPr id="232" name="직사각형 110"/>
            <p:cNvSpPr>
              <a:spLocks noChangeArrowheads="1"/>
            </p:cNvSpPr>
            <p:nvPr/>
          </p:nvSpPr>
          <p:spPr bwMode="auto">
            <a:xfrm>
              <a:off x="1341244" y="3264565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33" name="직사각형 232"/>
          <p:cNvSpPr/>
          <p:nvPr/>
        </p:nvSpPr>
        <p:spPr>
          <a:xfrm>
            <a:off x="7954188" y="4001601"/>
            <a:ext cx="1517982" cy="660464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234" name="그룹 233"/>
          <p:cNvGrpSpPr/>
          <p:nvPr/>
        </p:nvGrpSpPr>
        <p:grpSpPr>
          <a:xfrm>
            <a:off x="8007675" y="4064994"/>
            <a:ext cx="894476" cy="208963"/>
            <a:chOff x="1341244" y="3264565"/>
            <a:chExt cx="894476" cy="208963"/>
          </a:xfrm>
        </p:grpSpPr>
        <p:sp>
          <p:nvSpPr>
            <p:cNvPr id="235" name="직사각형 102"/>
            <p:cNvSpPr>
              <a:spLocks noChangeArrowheads="1"/>
            </p:cNvSpPr>
            <p:nvPr/>
          </p:nvSpPr>
          <p:spPr bwMode="auto">
            <a:xfrm>
              <a:off x="1341244" y="3319640"/>
              <a:ext cx="894476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1" i="0" dirty="0">
                  <a:solidFill>
                    <a:srgbClr val="365792"/>
                  </a:solidFill>
                  <a:latin typeface="+mn-ea"/>
                  <a:ea typeface="+mn-ea"/>
                </a:rPr>
                <a:t>OOOOOOOOO</a:t>
              </a:r>
            </a:p>
          </p:txBody>
        </p:sp>
        <p:sp>
          <p:nvSpPr>
            <p:cNvPr id="236" name="직사각형 110"/>
            <p:cNvSpPr>
              <a:spLocks noChangeArrowheads="1"/>
            </p:cNvSpPr>
            <p:nvPr/>
          </p:nvSpPr>
          <p:spPr bwMode="auto">
            <a:xfrm>
              <a:off x="1341244" y="3264565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38" name="TextBox 237"/>
          <p:cNvSpPr txBox="1"/>
          <p:nvPr/>
        </p:nvSpPr>
        <p:spPr>
          <a:xfrm>
            <a:off x="8575488" y="4398052"/>
            <a:ext cx="56105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OOOOOOO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8315940" y="1647666"/>
            <a:ext cx="240450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9001961" y="1647666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406913"/>
              </p:ext>
            </p:extLst>
          </p:nvPr>
        </p:nvGraphicFramePr>
        <p:xfrm>
          <a:off x="8016875" y="1514475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" name="Visio" r:id="rId3" imgW="741807" imgH="947725" progId="">
                  <p:embed/>
                </p:oleObj>
              </mc:Choice>
              <mc:Fallback>
                <p:oleObj name="Visio" r:id="rId3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75" y="1514475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" name="개체 2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214482"/>
              </p:ext>
            </p:extLst>
          </p:nvPr>
        </p:nvGraphicFramePr>
        <p:xfrm>
          <a:off x="8705098" y="1514475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" name="Visio" r:id="rId5" imgW="741807" imgH="947725" progId="">
                  <p:embed/>
                </p:oleObj>
              </mc:Choice>
              <mc:Fallback>
                <p:oleObj name="Visio" r:id="rId5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5098" y="1514475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" name="개체 2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20152"/>
              </p:ext>
            </p:extLst>
          </p:nvPr>
        </p:nvGraphicFramePr>
        <p:xfrm>
          <a:off x="8259681" y="4258925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" name="Visio" r:id="rId6" imgW="741807" imgH="947725" progId="">
                  <p:embed/>
                </p:oleObj>
              </mc:Choice>
              <mc:Fallback>
                <p:oleObj name="Visio" r:id="rId6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9681" y="4258925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" name="직사각형 266"/>
          <p:cNvSpPr/>
          <p:nvPr/>
        </p:nvSpPr>
        <p:spPr>
          <a:xfrm>
            <a:off x="232366" y="766900"/>
            <a:ext cx="1840216" cy="5541826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268" name="그룹 267"/>
          <p:cNvGrpSpPr/>
          <p:nvPr/>
        </p:nvGrpSpPr>
        <p:grpSpPr>
          <a:xfrm>
            <a:off x="232365" y="767774"/>
            <a:ext cx="1840219" cy="214866"/>
            <a:chOff x="729755" y="2866150"/>
            <a:chExt cx="289419" cy="3406026"/>
          </a:xfrm>
        </p:grpSpPr>
        <p:sp>
          <p:nvSpPr>
            <p:cNvPr id="269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70" name="직사각형 269"/>
            <p:cNvSpPr/>
            <p:nvPr/>
          </p:nvSpPr>
          <p:spPr>
            <a:xfrm>
              <a:off x="785871" y="3088155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End - User</a:t>
              </a:r>
            </a:p>
          </p:txBody>
        </p:sp>
      </p:grpSp>
      <p:sp>
        <p:nvSpPr>
          <p:cNvPr id="271" name="직사각형 270"/>
          <p:cNvSpPr/>
          <p:nvPr/>
        </p:nvSpPr>
        <p:spPr>
          <a:xfrm>
            <a:off x="382965" y="1090690"/>
            <a:ext cx="1517982" cy="2520000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79" name="직사각형 278"/>
          <p:cNvSpPr/>
          <p:nvPr/>
        </p:nvSpPr>
        <p:spPr>
          <a:xfrm>
            <a:off x="362911" y="3696706"/>
            <a:ext cx="1517982" cy="2520000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82" name="직사각형 110"/>
          <p:cNvSpPr>
            <a:spLocks noChangeArrowheads="1"/>
          </p:cNvSpPr>
          <p:nvPr/>
        </p:nvSpPr>
        <p:spPr bwMode="auto">
          <a:xfrm>
            <a:off x="436452" y="1154083"/>
            <a:ext cx="252006" cy="36000"/>
          </a:xfrm>
          <a:prstGeom prst="rect">
            <a:avLst/>
          </a:prstGeom>
          <a:solidFill>
            <a:srgbClr val="578D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/>
            <a:endParaRPr lang="ko-KR" altLang="ko-KR" sz="1000" i="0">
              <a:solidFill>
                <a:srgbClr val="FFFFFF"/>
              </a:solidFill>
              <a:latin typeface="+mn-ea"/>
            </a:endParaRPr>
          </a:p>
        </p:txBody>
      </p:sp>
      <p:pic>
        <p:nvPicPr>
          <p:cNvPr id="283" name="Picture 5" descr="http://ifresco.co.uk/uploads/1332309327features_graphics_hero20090303.png">
            <a:hlinkClick r:id="rId7"/>
          </p:cNvPr>
          <p:cNvPicPr>
            <a:picLocks noChangeAspect="1" noChangeArrowheads="1"/>
          </p:cNvPicPr>
          <p:nvPr/>
        </p:nvPicPr>
        <p:blipFill>
          <a:blip r:embed="rId8" cstate="print"/>
          <a:srcRect l="18360" r="17921"/>
          <a:stretch>
            <a:fillRect/>
          </a:stretch>
        </p:blipFill>
        <p:spPr bwMode="auto">
          <a:xfrm>
            <a:off x="522761" y="4050501"/>
            <a:ext cx="545884" cy="360000"/>
          </a:xfrm>
          <a:prstGeom prst="rect">
            <a:avLst/>
          </a:prstGeom>
          <a:noFill/>
        </p:spPr>
      </p:pic>
      <p:grpSp>
        <p:nvGrpSpPr>
          <p:cNvPr id="284" name="그룹 283"/>
          <p:cNvGrpSpPr/>
          <p:nvPr/>
        </p:nvGrpSpPr>
        <p:grpSpPr>
          <a:xfrm>
            <a:off x="436452" y="3747185"/>
            <a:ext cx="496931" cy="208963"/>
            <a:chOff x="1341244" y="3264565"/>
            <a:chExt cx="496931" cy="208963"/>
          </a:xfrm>
        </p:grpSpPr>
        <p:sp>
          <p:nvSpPr>
            <p:cNvPr id="285" name="직사각형 102"/>
            <p:cNvSpPr>
              <a:spLocks noChangeArrowheads="1"/>
            </p:cNvSpPr>
            <p:nvPr/>
          </p:nvSpPr>
          <p:spPr bwMode="auto">
            <a:xfrm>
              <a:off x="1341244" y="3319640"/>
              <a:ext cx="496931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1" i="0" dirty="0">
                  <a:solidFill>
                    <a:srgbClr val="365792"/>
                  </a:solidFill>
                  <a:latin typeface="+mn-ea"/>
                  <a:ea typeface="+mn-ea"/>
                </a:rPr>
                <a:t>OOOOO</a:t>
              </a:r>
            </a:p>
          </p:txBody>
        </p:sp>
        <p:sp>
          <p:nvSpPr>
            <p:cNvPr id="286" name="직사각형 110"/>
            <p:cNvSpPr>
              <a:spLocks noChangeArrowheads="1"/>
            </p:cNvSpPr>
            <p:nvPr/>
          </p:nvSpPr>
          <p:spPr bwMode="auto">
            <a:xfrm>
              <a:off x="1341244" y="3264565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87" name="TextBox 286"/>
          <p:cNvSpPr txBox="1"/>
          <p:nvPr/>
        </p:nvSpPr>
        <p:spPr>
          <a:xfrm>
            <a:off x="1145099" y="4107391"/>
            <a:ext cx="55463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</a:t>
            </a:r>
          </a:p>
          <a:p>
            <a:pPr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Homepage</a:t>
            </a:r>
          </a:p>
        </p:txBody>
      </p:sp>
      <p:pic>
        <p:nvPicPr>
          <p:cNvPr id="288" name="Picture 5" descr="http://ifresco.co.uk/uploads/1332309327features_graphics_hero20090303.png">
            <a:hlinkClick r:id="rId7"/>
          </p:cNvPr>
          <p:cNvPicPr>
            <a:picLocks noChangeAspect="1" noChangeArrowheads="1"/>
          </p:cNvPicPr>
          <p:nvPr/>
        </p:nvPicPr>
        <p:blipFill>
          <a:blip r:embed="rId8" cstate="print"/>
          <a:srcRect l="18360" r="17921"/>
          <a:stretch>
            <a:fillRect/>
          </a:stretch>
        </p:blipFill>
        <p:spPr bwMode="auto">
          <a:xfrm>
            <a:off x="522761" y="4458154"/>
            <a:ext cx="545884" cy="360000"/>
          </a:xfrm>
          <a:prstGeom prst="rect">
            <a:avLst/>
          </a:prstGeom>
          <a:noFill/>
        </p:spPr>
      </p:pic>
      <p:sp>
        <p:nvSpPr>
          <p:cNvPr id="289" name="TextBox 288"/>
          <p:cNvSpPr txBox="1"/>
          <p:nvPr/>
        </p:nvSpPr>
        <p:spPr>
          <a:xfrm>
            <a:off x="1145098" y="4515044"/>
            <a:ext cx="50975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Homepage</a:t>
            </a:r>
          </a:p>
        </p:txBody>
      </p:sp>
      <p:pic>
        <p:nvPicPr>
          <p:cNvPr id="290" name="Picture 4" descr="C:\Users\CJ-USER\Pictures\iphone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23" y="4934649"/>
            <a:ext cx="338464" cy="33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Picture 4" descr="C:\Users\CJ-USER\Pictures\iphone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23" y="5340127"/>
            <a:ext cx="338464" cy="33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Picture 4" descr="C:\Users\CJ-USER\Pictures\iphone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23" y="5745606"/>
            <a:ext cx="338464" cy="33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3" name="TextBox 292"/>
          <p:cNvSpPr txBox="1"/>
          <p:nvPr/>
        </p:nvSpPr>
        <p:spPr>
          <a:xfrm>
            <a:off x="1147835" y="4976923"/>
            <a:ext cx="572273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Mobile Web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147835" y="5382401"/>
            <a:ext cx="548227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</a:t>
            </a:r>
          </a:p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Mobile App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147835" y="5787880"/>
            <a:ext cx="572273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Mobile Web</a:t>
            </a:r>
          </a:p>
        </p:txBody>
      </p:sp>
      <p:cxnSp>
        <p:nvCxnSpPr>
          <p:cNvPr id="6" name="꺾인 연결선 5"/>
          <p:cNvCxnSpPr/>
          <p:nvPr/>
        </p:nvCxnSpPr>
        <p:spPr>
          <a:xfrm flipV="1">
            <a:off x="1737611" y="1154083"/>
            <a:ext cx="716030" cy="2141976"/>
          </a:xfrm>
          <a:prstGeom prst="bentConnector2">
            <a:avLst/>
          </a:prstGeom>
          <a:ln w="12700">
            <a:solidFill>
              <a:srgbClr val="FF0000"/>
            </a:solidFill>
            <a:prstDash val="sysDot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/>
          <p:nvPr/>
        </p:nvCxnSpPr>
        <p:spPr>
          <a:xfrm rot="10800000">
            <a:off x="2453641" y="1154083"/>
            <a:ext cx="3843161" cy="617284"/>
          </a:xfrm>
          <a:prstGeom prst="bentConnector3">
            <a:avLst>
              <a:gd name="adj1" fmla="val -2"/>
            </a:avLst>
          </a:prstGeom>
          <a:ln w="12700">
            <a:solidFill>
              <a:srgbClr val="FF0000"/>
            </a:solidFill>
            <a:prstDash val="sysDot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/>
          <p:nvPr/>
        </p:nvCxnSpPr>
        <p:spPr>
          <a:xfrm flipV="1">
            <a:off x="1705551" y="2810962"/>
            <a:ext cx="748089" cy="1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ot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꺾인 연결선 121"/>
          <p:cNvCxnSpPr/>
          <p:nvPr/>
        </p:nvCxnSpPr>
        <p:spPr>
          <a:xfrm rot="5400000" flipH="1" flipV="1">
            <a:off x="1206342" y="1623891"/>
            <a:ext cx="1583638" cy="585216"/>
          </a:xfrm>
          <a:prstGeom prst="bentConnector3">
            <a:avLst>
              <a:gd name="adj1" fmla="val 79"/>
            </a:avLst>
          </a:prstGeom>
          <a:ln w="12700">
            <a:solidFill>
              <a:srgbClr val="FF0000"/>
            </a:solidFill>
            <a:prstDash val="sysDot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꺾인 연결선 126"/>
          <p:cNvCxnSpPr>
            <a:stCxn id="4" idx="1"/>
          </p:cNvCxnSpPr>
          <p:nvPr/>
        </p:nvCxnSpPr>
        <p:spPr>
          <a:xfrm rot="10800000">
            <a:off x="2288631" y="1124681"/>
            <a:ext cx="5728245" cy="579501"/>
          </a:xfrm>
          <a:prstGeom prst="bentConnector3">
            <a:avLst>
              <a:gd name="adj1" fmla="val 6434"/>
            </a:avLst>
          </a:prstGeom>
          <a:ln w="12700">
            <a:solidFill>
              <a:srgbClr val="FF0000"/>
            </a:solidFill>
            <a:prstDash val="sysDot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/>
          <p:nvPr/>
        </p:nvCxnSpPr>
        <p:spPr>
          <a:xfrm rot="10800000">
            <a:off x="7644714" y="1695979"/>
            <a:ext cx="538562" cy="4067206"/>
          </a:xfrm>
          <a:prstGeom prst="bentConnector2">
            <a:avLst/>
          </a:prstGeom>
          <a:ln w="12700">
            <a:solidFill>
              <a:srgbClr val="FF0000"/>
            </a:solidFill>
            <a:prstDash val="sysDot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꺾인 연결선 135"/>
          <p:cNvCxnSpPr/>
          <p:nvPr/>
        </p:nvCxnSpPr>
        <p:spPr>
          <a:xfrm flipV="1">
            <a:off x="1760054" y="2204208"/>
            <a:ext cx="530709" cy="1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ot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/>
          <p:nvPr/>
        </p:nvCxnSpPr>
        <p:spPr>
          <a:xfrm flipV="1">
            <a:off x="1760054" y="1929177"/>
            <a:ext cx="1488100" cy="192038"/>
          </a:xfrm>
          <a:prstGeom prst="bentConnector3">
            <a:avLst>
              <a:gd name="adj1" fmla="val 23853"/>
            </a:avLst>
          </a:prstGeom>
          <a:ln w="12700">
            <a:solidFill>
              <a:srgbClr val="FF0000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/>
          <p:nvPr/>
        </p:nvCxnSpPr>
        <p:spPr>
          <a:xfrm>
            <a:off x="1702345" y="1634422"/>
            <a:ext cx="3134937" cy="136355"/>
          </a:xfrm>
          <a:prstGeom prst="bentConnector2">
            <a:avLst/>
          </a:prstGeom>
          <a:ln w="12700">
            <a:solidFill>
              <a:srgbClr val="FF0000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꺾인 연결선 204"/>
          <p:cNvCxnSpPr/>
          <p:nvPr/>
        </p:nvCxnSpPr>
        <p:spPr>
          <a:xfrm flipV="1">
            <a:off x="5225177" y="1929766"/>
            <a:ext cx="638837" cy="244227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꺾인 연결선 208"/>
          <p:cNvCxnSpPr/>
          <p:nvPr/>
        </p:nvCxnSpPr>
        <p:spPr>
          <a:xfrm rot="5400000" flipH="1" flipV="1">
            <a:off x="4113570" y="3333461"/>
            <a:ext cx="927887" cy="51953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꺾인 연결선 217"/>
          <p:cNvCxnSpPr/>
          <p:nvPr/>
        </p:nvCxnSpPr>
        <p:spPr>
          <a:xfrm rot="16200000" flipV="1">
            <a:off x="3535398" y="3274826"/>
            <a:ext cx="927887" cy="63680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/>
          <p:nvPr/>
        </p:nvCxnSpPr>
        <p:spPr>
          <a:xfrm>
            <a:off x="3680937" y="2087577"/>
            <a:ext cx="0" cy="72490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/>
          <p:cNvCxnSpPr/>
          <p:nvPr/>
        </p:nvCxnSpPr>
        <p:spPr>
          <a:xfrm>
            <a:off x="4837282" y="2087577"/>
            <a:ext cx="0" cy="72490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 102"/>
          <p:cNvCxnSpPr>
            <a:stCxn id="187" idx="3"/>
            <a:endCxn id="225" idx="1"/>
          </p:cNvCxnSpPr>
          <p:nvPr/>
        </p:nvCxnSpPr>
        <p:spPr>
          <a:xfrm>
            <a:off x="6904282" y="1971609"/>
            <a:ext cx="888785" cy="171637"/>
          </a:xfrm>
          <a:prstGeom prst="bentConnector3">
            <a:avLst>
              <a:gd name="adj1" fmla="val 50000"/>
            </a:avLst>
          </a:prstGeom>
          <a:ln w="12700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 236"/>
          <p:cNvCxnSpPr>
            <a:stCxn id="189" idx="3"/>
            <a:endCxn id="225" idx="1"/>
          </p:cNvCxnSpPr>
          <p:nvPr/>
        </p:nvCxnSpPr>
        <p:spPr>
          <a:xfrm flipV="1">
            <a:off x="6972300" y="2143246"/>
            <a:ext cx="820767" cy="1168711"/>
          </a:xfrm>
          <a:prstGeom prst="bentConnector3">
            <a:avLst>
              <a:gd name="adj1" fmla="val 50000"/>
            </a:avLst>
          </a:prstGeom>
          <a:ln w="12700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꺾인 연결선 258"/>
          <p:cNvCxnSpPr>
            <a:stCxn id="233" idx="3"/>
            <a:endCxn id="262" idx="3"/>
          </p:cNvCxnSpPr>
          <p:nvPr/>
        </p:nvCxnSpPr>
        <p:spPr>
          <a:xfrm flipH="1" flipV="1">
            <a:off x="9322562" y="1709222"/>
            <a:ext cx="149608" cy="2622611"/>
          </a:xfrm>
          <a:prstGeom prst="bentConnector3">
            <a:avLst>
              <a:gd name="adj1" fmla="val -152799"/>
            </a:avLst>
          </a:prstGeom>
          <a:ln w="12700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1971681" y="3275837"/>
            <a:ext cx="6993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en-US" altLang="ko-KR" sz="800" b="1" i="0" dirty="0">
                <a:solidFill>
                  <a:srgbClr val="FF0000"/>
                </a:solidFill>
                <a:latin typeface="+mn-ea"/>
                <a:ea typeface="+mn-ea"/>
              </a:rPr>
              <a:t>OOOOO</a:t>
            </a:r>
            <a:endParaRPr lang="ko-KR" altLang="en-US" sz="8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63" name="TextBox 262"/>
          <p:cNvSpPr txBox="1"/>
          <p:nvPr/>
        </p:nvSpPr>
        <p:spPr>
          <a:xfrm>
            <a:off x="1906719" y="2812486"/>
            <a:ext cx="6993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en-US" altLang="ko-KR" sz="800" b="1" i="0" dirty="0">
                <a:solidFill>
                  <a:srgbClr val="FF0000"/>
                </a:solidFill>
                <a:latin typeface="+mn-ea"/>
                <a:ea typeface="+mn-ea"/>
              </a:rPr>
              <a:t>OOOOO</a:t>
            </a:r>
            <a:endParaRPr lang="ko-KR" altLang="en-US" sz="8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6866157" y="1130011"/>
            <a:ext cx="10147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en-US" altLang="ko-KR" sz="800" b="1" i="0" dirty="0">
                <a:solidFill>
                  <a:srgbClr val="FF0000"/>
                </a:solidFill>
                <a:latin typeface="+mn-ea"/>
                <a:ea typeface="+mn-ea"/>
              </a:rPr>
              <a:t>OOOOO</a:t>
            </a:r>
            <a:endParaRPr lang="ko-KR" altLang="en-US" sz="8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2564048" y="1925690"/>
            <a:ext cx="6993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en-US" altLang="ko-KR" sz="800" b="1" i="0" dirty="0">
                <a:solidFill>
                  <a:srgbClr val="FF0000"/>
                </a:solidFill>
                <a:latin typeface="+mn-ea"/>
                <a:ea typeface="+mn-ea"/>
              </a:rPr>
              <a:t>OOOO</a:t>
            </a:r>
            <a:endParaRPr lang="ko-KR" altLang="en-US" sz="8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98" name="TextBox 297"/>
          <p:cNvSpPr txBox="1"/>
          <p:nvPr/>
        </p:nvSpPr>
        <p:spPr>
          <a:xfrm>
            <a:off x="5544595" y="2579299"/>
            <a:ext cx="10147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en-US" altLang="ko-KR" sz="800" b="1" i="0" dirty="0">
                <a:solidFill>
                  <a:srgbClr val="000000"/>
                </a:solidFill>
                <a:latin typeface="+mn-ea"/>
                <a:ea typeface="+mn-ea"/>
              </a:rPr>
              <a:t>OOOO</a:t>
            </a:r>
            <a:r>
              <a:rPr lang="ko-KR" altLang="en-US" sz="800" b="1" i="0" dirty="0">
                <a:solidFill>
                  <a:srgbClr val="000000"/>
                </a:solidFill>
                <a:latin typeface="+mn-ea"/>
                <a:ea typeface="+mn-ea"/>
              </a:rPr>
              <a:t>정보</a:t>
            </a:r>
            <a:endParaRPr lang="en-US" altLang="ko-KR" sz="800" b="1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99" name="TextBox 298"/>
          <p:cNvSpPr txBox="1"/>
          <p:nvPr/>
        </p:nvSpPr>
        <p:spPr>
          <a:xfrm>
            <a:off x="6448899" y="3789223"/>
            <a:ext cx="10147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en-US" altLang="ko-KR" sz="800" b="1" i="0" dirty="0">
                <a:solidFill>
                  <a:srgbClr val="0070C0"/>
                </a:solidFill>
                <a:latin typeface="+mn-ea"/>
                <a:ea typeface="+mn-ea"/>
              </a:rPr>
              <a:t>OOOOO</a:t>
            </a:r>
            <a:r>
              <a:rPr lang="ko-KR" altLang="en-US" sz="800" b="1" i="0" dirty="0">
                <a:solidFill>
                  <a:srgbClr val="0070C0"/>
                </a:solidFill>
                <a:latin typeface="+mn-ea"/>
                <a:ea typeface="+mn-ea"/>
              </a:rPr>
              <a:t>정보</a:t>
            </a:r>
            <a:endParaRPr lang="en-US" altLang="ko-KR" sz="800" b="1" i="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2519363" y="1432557"/>
            <a:ext cx="20216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en-US" altLang="ko-KR" sz="800" b="1" i="0" dirty="0">
                <a:solidFill>
                  <a:srgbClr val="FF0000"/>
                </a:solidFill>
                <a:latin typeface="+mn-ea"/>
                <a:ea typeface="+mn-ea"/>
              </a:rPr>
              <a:t>OOOO</a:t>
            </a:r>
            <a:endParaRPr lang="ko-KR" altLang="en-US" sz="8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02" name="TextBox 301"/>
          <p:cNvSpPr txBox="1"/>
          <p:nvPr/>
        </p:nvSpPr>
        <p:spPr>
          <a:xfrm>
            <a:off x="7444916" y="5791987"/>
            <a:ext cx="10147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en-US" altLang="ko-KR" sz="800" b="1" i="0" dirty="0">
                <a:solidFill>
                  <a:srgbClr val="FF0000"/>
                </a:solidFill>
                <a:latin typeface="+mn-ea"/>
                <a:ea typeface="+mn-ea"/>
              </a:rPr>
              <a:t>OOOOO</a:t>
            </a:r>
          </a:p>
        </p:txBody>
      </p:sp>
      <p:pic>
        <p:nvPicPr>
          <p:cNvPr id="305" name="Picture 60" descr="7500-7513Cisco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875079" y="2209783"/>
            <a:ext cx="224973" cy="288000"/>
          </a:xfrm>
          <a:prstGeom prst="rect">
            <a:avLst/>
          </a:prstGeom>
          <a:noFill/>
        </p:spPr>
      </p:pic>
      <p:sp>
        <p:nvSpPr>
          <p:cNvPr id="306" name="TextBox 305"/>
          <p:cNvSpPr txBox="1"/>
          <p:nvPr/>
        </p:nvSpPr>
        <p:spPr>
          <a:xfrm>
            <a:off x="8158958" y="2295824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pic>
        <p:nvPicPr>
          <p:cNvPr id="307" name="Picture 60" descr="7500-7513Cisco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791073" y="2209783"/>
            <a:ext cx="224973" cy="288000"/>
          </a:xfrm>
          <a:prstGeom prst="rect">
            <a:avLst/>
          </a:prstGeom>
          <a:noFill/>
        </p:spPr>
      </p:pic>
      <p:sp>
        <p:nvSpPr>
          <p:cNvPr id="308" name="TextBox 307"/>
          <p:cNvSpPr txBox="1"/>
          <p:nvPr/>
        </p:nvSpPr>
        <p:spPr>
          <a:xfrm>
            <a:off x="9074952" y="2295824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pic>
        <p:nvPicPr>
          <p:cNvPr id="309" name="Picture 60" descr="7500-7513Cisco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875079" y="2637823"/>
            <a:ext cx="224973" cy="288000"/>
          </a:xfrm>
          <a:prstGeom prst="rect">
            <a:avLst/>
          </a:prstGeom>
          <a:noFill/>
        </p:spPr>
      </p:pic>
      <p:sp>
        <p:nvSpPr>
          <p:cNvPr id="310" name="TextBox 309"/>
          <p:cNvSpPr txBox="1"/>
          <p:nvPr/>
        </p:nvSpPr>
        <p:spPr>
          <a:xfrm>
            <a:off x="8158958" y="2720268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pic>
        <p:nvPicPr>
          <p:cNvPr id="311" name="Picture 60" descr="7500-7513Cisco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791073" y="2637823"/>
            <a:ext cx="224973" cy="288000"/>
          </a:xfrm>
          <a:prstGeom prst="rect">
            <a:avLst/>
          </a:prstGeom>
          <a:noFill/>
        </p:spPr>
      </p:pic>
      <p:sp>
        <p:nvSpPr>
          <p:cNvPr id="312" name="TextBox 311"/>
          <p:cNvSpPr txBox="1"/>
          <p:nvPr/>
        </p:nvSpPr>
        <p:spPr>
          <a:xfrm>
            <a:off x="9074952" y="2720268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pic>
        <p:nvPicPr>
          <p:cNvPr id="313" name="Picture 60" descr="7500-7513Cisco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875079" y="3065864"/>
            <a:ext cx="224973" cy="288000"/>
          </a:xfrm>
          <a:prstGeom prst="rect">
            <a:avLst/>
          </a:prstGeom>
          <a:noFill/>
        </p:spPr>
      </p:pic>
      <p:sp>
        <p:nvSpPr>
          <p:cNvPr id="314" name="TextBox 313"/>
          <p:cNvSpPr txBox="1"/>
          <p:nvPr/>
        </p:nvSpPr>
        <p:spPr>
          <a:xfrm>
            <a:off x="8158958" y="3151905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pic>
        <p:nvPicPr>
          <p:cNvPr id="315" name="Picture 60" descr="7500-7513Cisco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791073" y="3065864"/>
            <a:ext cx="224973" cy="288000"/>
          </a:xfrm>
          <a:prstGeom prst="rect">
            <a:avLst/>
          </a:prstGeom>
          <a:noFill/>
        </p:spPr>
      </p:pic>
      <p:sp>
        <p:nvSpPr>
          <p:cNvPr id="316" name="TextBox 315"/>
          <p:cNvSpPr txBox="1"/>
          <p:nvPr/>
        </p:nvSpPr>
        <p:spPr>
          <a:xfrm>
            <a:off x="9074952" y="3151905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graphicFrame>
        <p:nvGraphicFramePr>
          <p:cNvPr id="24" name="개체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642455"/>
              </p:ext>
            </p:extLst>
          </p:nvPr>
        </p:nvGraphicFramePr>
        <p:xfrm>
          <a:off x="3263369" y="1740215"/>
          <a:ext cx="2968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" name="Visio" r:id="rId11" imgW="741807" imgH="947725" progId="">
                  <p:embed/>
                </p:oleObj>
              </mc:Choice>
              <mc:Fallback>
                <p:oleObj name="Visio" r:id="rId11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369" y="1740215"/>
                        <a:ext cx="29686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455445" y="1771554"/>
            <a:ext cx="844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buClr>
                <a:srgbClr val="000000"/>
              </a:buClr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  <a:ea typeface="+mn-ea"/>
              </a:rPr>
              <a:t>OOO  WEB</a:t>
            </a:r>
          </a:p>
          <a:p>
            <a:pPr algn="ctr" eaLnBrk="1" hangingPunct="1">
              <a:buClr>
                <a:srgbClr val="000000"/>
              </a:buClr>
            </a:pP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600" b="1" i="0" dirty="0">
                <a:solidFill>
                  <a:srgbClr val="FF0000"/>
                </a:solidFill>
                <a:latin typeface="+mn-ea"/>
                <a:ea typeface="+mn-ea"/>
              </a:rPr>
              <a:t>서버 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Active 0</a:t>
            </a:r>
            <a:r>
              <a:rPr lang="ko-KR" altLang="en-US" sz="600" b="1" i="0" dirty="0">
                <a:solidFill>
                  <a:srgbClr val="FF0000"/>
                </a:solidFill>
                <a:latin typeface="+mn-ea"/>
                <a:ea typeface="+mn-ea"/>
              </a:rPr>
              <a:t>대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ko-KR" altLang="en-US" sz="8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161" name="개체 1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992338"/>
              </p:ext>
            </p:extLst>
          </p:nvPr>
        </p:nvGraphicFramePr>
        <p:xfrm>
          <a:off x="4317743" y="1740215"/>
          <a:ext cx="2968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" name="Visio" r:id="rId12" imgW="741807" imgH="947725" progId="">
                  <p:embed/>
                </p:oleObj>
              </mc:Choice>
              <mc:Fallback>
                <p:oleObj name="Visio" r:id="rId12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7743" y="1740215"/>
                        <a:ext cx="29686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" name="TextBox 176"/>
          <p:cNvSpPr txBox="1"/>
          <p:nvPr/>
        </p:nvSpPr>
        <p:spPr>
          <a:xfrm>
            <a:off x="4509819" y="1771554"/>
            <a:ext cx="11416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Clr>
                <a:srgbClr val="000000"/>
              </a:buClr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  <a:ea typeface="+mn-ea"/>
              </a:rPr>
              <a:t>OOOO WEB</a:t>
            </a:r>
          </a:p>
          <a:p>
            <a:pPr eaLnBrk="1" hangingPunct="1">
              <a:buClr>
                <a:srgbClr val="000000"/>
              </a:buClr>
            </a:pP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700" b="1" i="0" dirty="0">
                <a:solidFill>
                  <a:srgbClr val="FF0000"/>
                </a:solidFill>
                <a:latin typeface="+mn-ea"/>
                <a:ea typeface="+mn-ea"/>
              </a:rPr>
              <a:t>서버 </a:t>
            </a: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Active 0</a:t>
            </a:r>
            <a:r>
              <a:rPr lang="ko-KR" altLang="en-US" sz="700" b="1" i="0" dirty="0">
                <a:solidFill>
                  <a:srgbClr val="FF0000"/>
                </a:solidFill>
                <a:latin typeface="+mn-ea"/>
                <a:ea typeface="+mn-ea"/>
              </a:rPr>
              <a:t>대</a:t>
            </a: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en-US" altLang="ko-KR" sz="800" b="1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81" name="개체 1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141071"/>
              </p:ext>
            </p:extLst>
          </p:nvPr>
        </p:nvGraphicFramePr>
        <p:xfrm>
          <a:off x="3263369" y="2781823"/>
          <a:ext cx="2968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" name="Visio" r:id="rId13" imgW="741807" imgH="947725" progId="">
                  <p:embed/>
                </p:oleObj>
              </mc:Choice>
              <mc:Fallback>
                <p:oleObj name="Visio" r:id="rId13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369" y="2781823"/>
                        <a:ext cx="29686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" name="TextBox 181"/>
          <p:cNvSpPr txBox="1"/>
          <p:nvPr/>
        </p:nvSpPr>
        <p:spPr>
          <a:xfrm>
            <a:off x="3411828" y="2813162"/>
            <a:ext cx="887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buClr>
                <a:srgbClr val="000000"/>
              </a:buClr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  <a:ea typeface="+mn-ea"/>
              </a:rPr>
              <a:t>OOO  WAS</a:t>
            </a:r>
          </a:p>
          <a:p>
            <a:pPr algn="ctr" eaLnBrk="1" hangingPunct="1">
              <a:buClr>
                <a:srgbClr val="000000"/>
              </a:buClr>
            </a:pP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600" b="1" i="0" dirty="0">
                <a:solidFill>
                  <a:srgbClr val="FF0000"/>
                </a:solidFill>
                <a:latin typeface="+mn-ea"/>
                <a:ea typeface="+mn-ea"/>
              </a:rPr>
              <a:t>서버 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Active</a:t>
            </a:r>
            <a:r>
              <a:rPr lang="ko-KR" altLang="en-US" sz="600" b="1" i="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r>
              <a:rPr lang="ko-KR" altLang="en-US" sz="600" b="1" i="0" dirty="0">
                <a:solidFill>
                  <a:srgbClr val="FF0000"/>
                </a:solidFill>
                <a:latin typeface="+mn-ea"/>
                <a:ea typeface="+mn-ea"/>
              </a:rPr>
              <a:t>대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ko-KR" altLang="en-US" sz="6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183" name="개체 1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913693"/>
              </p:ext>
            </p:extLst>
          </p:nvPr>
        </p:nvGraphicFramePr>
        <p:xfrm>
          <a:off x="4317743" y="2781729"/>
          <a:ext cx="2968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" name="Visio" r:id="rId14" imgW="741807" imgH="947725" progId="">
                  <p:embed/>
                </p:oleObj>
              </mc:Choice>
              <mc:Fallback>
                <p:oleObj name="Visio" r:id="rId14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7743" y="2781729"/>
                        <a:ext cx="29686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" name="TextBox 183"/>
          <p:cNvSpPr txBox="1"/>
          <p:nvPr/>
        </p:nvSpPr>
        <p:spPr>
          <a:xfrm>
            <a:off x="4509819" y="2813068"/>
            <a:ext cx="11416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Clr>
                <a:srgbClr val="000000"/>
              </a:buClr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  <a:ea typeface="+mn-ea"/>
              </a:rPr>
              <a:t>OOOO WAS</a:t>
            </a:r>
          </a:p>
          <a:p>
            <a:pPr eaLnBrk="1" hangingPunct="1">
              <a:buClr>
                <a:srgbClr val="000000"/>
              </a:buClr>
            </a:pP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700" b="1" i="0" dirty="0">
                <a:solidFill>
                  <a:srgbClr val="FF0000"/>
                </a:solidFill>
                <a:latin typeface="+mn-ea"/>
                <a:ea typeface="+mn-ea"/>
              </a:rPr>
              <a:t>서버 </a:t>
            </a: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Active 0</a:t>
            </a:r>
            <a:r>
              <a:rPr lang="ko-KR" altLang="en-US" sz="700" b="1" i="0" dirty="0">
                <a:solidFill>
                  <a:srgbClr val="FF0000"/>
                </a:solidFill>
                <a:latin typeface="+mn-ea"/>
                <a:ea typeface="+mn-ea"/>
              </a:rPr>
              <a:t>대</a:t>
            </a: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en-US" altLang="ko-KR" sz="800" b="1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85" name="개체 1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0526731"/>
              </p:ext>
            </p:extLst>
          </p:nvPr>
        </p:nvGraphicFramePr>
        <p:xfrm>
          <a:off x="5867938" y="1740215"/>
          <a:ext cx="2968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" name="Visio" r:id="rId15" imgW="741807" imgH="947725" progId="">
                  <p:embed/>
                </p:oleObj>
              </mc:Choice>
              <mc:Fallback>
                <p:oleObj name="Visio" r:id="rId15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938" y="1740215"/>
                        <a:ext cx="29686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" name="TextBox 186"/>
          <p:cNvSpPr txBox="1"/>
          <p:nvPr/>
        </p:nvSpPr>
        <p:spPr>
          <a:xfrm>
            <a:off x="6060014" y="1771554"/>
            <a:ext cx="844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buClr>
                <a:srgbClr val="000000"/>
              </a:buClr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  <a:ea typeface="+mn-ea"/>
              </a:rPr>
              <a:t>OOO</a:t>
            </a:r>
            <a:r>
              <a:rPr lang="ko-KR" altLang="en-US" sz="800" b="1" i="0" dirty="0">
                <a:solidFill>
                  <a:srgbClr val="000000"/>
                </a:solidFill>
                <a:latin typeface="+mn-ea"/>
                <a:ea typeface="+mn-ea"/>
              </a:rPr>
              <a:t>서버</a:t>
            </a:r>
            <a:endParaRPr lang="en-US" altLang="ko-KR" sz="800" b="1" i="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 eaLnBrk="1" hangingPunct="1">
              <a:buClr>
                <a:srgbClr val="000000"/>
              </a:buClr>
            </a:pP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600" b="1" i="0" dirty="0">
                <a:solidFill>
                  <a:srgbClr val="FF0000"/>
                </a:solidFill>
                <a:latin typeface="+mn-ea"/>
                <a:ea typeface="+mn-ea"/>
              </a:rPr>
              <a:t>서버 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Active 0</a:t>
            </a:r>
            <a:r>
              <a:rPr lang="ko-KR" altLang="en-US" sz="600" b="1" i="0" dirty="0">
                <a:solidFill>
                  <a:srgbClr val="FF0000"/>
                </a:solidFill>
                <a:latin typeface="+mn-ea"/>
                <a:ea typeface="+mn-ea"/>
              </a:rPr>
              <a:t>대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,</a:t>
            </a:r>
          </a:p>
          <a:p>
            <a:pPr algn="ctr" eaLnBrk="1" hangingPunct="1">
              <a:buClr>
                <a:srgbClr val="000000"/>
              </a:buClr>
            </a:pPr>
            <a:r>
              <a:rPr lang="en-US" altLang="ko-KR" sz="600" b="1" i="0" dirty="0" err="1">
                <a:solidFill>
                  <a:srgbClr val="FF0000"/>
                </a:solidFill>
                <a:latin typeface="+mn-ea"/>
                <a:ea typeface="+mn-ea"/>
              </a:rPr>
              <a:t>StandBy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 0</a:t>
            </a:r>
            <a:r>
              <a:rPr lang="ko-KR" altLang="en-US" sz="600" b="1" i="0" dirty="0">
                <a:solidFill>
                  <a:srgbClr val="FF0000"/>
                </a:solidFill>
                <a:latin typeface="+mn-ea"/>
                <a:ea typeface="+mn-ea"/>
              </a:rPr>
              <a:t>대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ko-KR" altLang="en-US" sz="800" b="1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88" name="개체 1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979814"/>
              </p:ext>
            </p:extLst>
          </p:nvPr>
        </p:nvGraphicFramePr>
        <p:xfrm>
          <a:off x="5867938" y="3111341"/>
          <a:ext cx="2968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" name="Visio" r:id="rId16" imgW="741807" imgH="947725" progId="">
                  <p:embed/>
                </p:oleObj>
              </mc:Choice>
              <mc:Fallback>
                <p:oleObj name="Visio" r:id="rId16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938" y="3111341"/>
                        <a:ext cx="29686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" name="TextBox 188"/>
          <p:cNvSpPr txBox="1"/>
          <p:nvPr/>
        </p:nvSpPr>
        <p:spPr>
          <a:xfrm>
            <a:off x="6060014" y="3142680"/>
            <a:ext cx="9122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buClr>
                <a:srgbClr val="000000"/>
              </a:buClr>
            </a:pPr>
            <a:r>
              <a:rPr lang="en-US" altLang="ko-KR" sz="900" b="1" i="0" dirty="0">
                <a:solidFill>
                  <a:srgbClr val="000000"/>
                </a:solidFill>
                <a:latin typeface="+mn-ea"/>
                <a:ea typeface="+mn-ea"/>
              </a:rPr>
              <a:t>OOOO</a:t>
            </a:r>
          </a:p>
          <a:p>
            <a:pPr algn="ctr" eaLnBrk="1" hangingPunct="1">
              <a:buClr>
                <a:srgbClr val="000000"/>
              </a:buClr>
            </a:pP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700" b="1" i="0" dirty="0">
                <a:solidFill>
                  <a:srgbClr val="FF0000"/>
                </a:solidFill>
                <a:latin typeface="+mn-ea"/>
                <a:ea typeface="+mn-ea"/>
              </a:rPr>
              <a:t>서버 </a:t>
            </a: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Active</a:t>
            </a:r>
            <a:r>
              <a:rPr lang="ko-KR" altLang="en-US" sz="700" b="1" i="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r>
              <a:rPr lang="ko-KR" altLang="en-US" sz="700" b="1" i="0" dirty="0">
                <a:solidFill>
                  <a:srgbClr val="FF0000"/>
                </a:solidFill>
                <a:latin typeface="+mn-ea"/>
                <a:ea typeface="+mn-ea"/>
              </a:rPr>
              <a:t>대</a:t>
            </a: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ko-KR" altLang="en-US" sz="7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90" name="순서도: 자기 디스크 189"/>
          <p:cNvSpPr/>
          <p:nvPr/>
        </p:nvSpPr>
        <p:spPr bwMode="auto">
          <a:xfrm>
            <a:off x="3410310" y="3863122"/>
            <a:ext cx="1814867" cy="968011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5995" tIns="35995" rIns="35995" bIns="35995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r>
              <a:rPr lang="en-US" altLang="ko-KR" sz="1000" b="1" i="0" dirty="0">
                <a:solidFill>
                  <a:srgbClr val="000000"/>
                </a:solidFill>
                <a:effectLst/>
                <a:latin typeface="+mn-ea"/>
              </a:rPr>
              <a:t>OOOO DB</a:t>
            </a: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r>
              <a:rPr lang="en-US" altLang="ko-KR" sz="700" b="1" i="0" dirty="0">
                <a:solidFill>
                  <a:srgbClr val="FF0000"/>
                </a:solidFill>
                <a:effectLst/>
                <a:latin typeface="+mn-ea"/>
              </a:rPr>
              <a:t>(</a:t>
            </a:r>
            <a:r>
              <a:rPr lang="ko-KR" altLang="en-US" sz="700" b="1" i="0" dirty="0">
                <a:solidFill>
                  <a:srgbClr val="FF0000"/>
                </a:solidFill>
                <a:effectLst/>
                <a:latin typeface="+mn-ea"/>
              </a:rPr>
              <a:t>서버 </a:t>
            </a:r>
            <a:r>
              <a:rPr lang="en-US" altLang="ko-KR" sz="700" b="1" i="0" dirty="0">
                <a:solidFill>
                  <a:srgbClr val="FF0000"/>
                </a:solidFill>
                <a:effectLst/>
                <a:latin typeface="+mn-ea"/>
              </a:rPr>
              <a:t>0</a:t>
            </a:r>
            <a:r>
              <a:rPr lang="ko-KR" altLang="en-US" sz="700" b="1" i="0" dirty="0">
                <a:solidFill>
                  <a:srgbClr val="FF0000"/>
                </a:solidFill>
                <a:effectLst/>
                <a:latin typeface="+mn-ea"/>
              </a:rPr>
              <a:t>대</a:t>
            </a:r>
            <a:r>
              <a:rPr lang="en-US" altLang="ko-KR" sz="700" b="1" i="0" dirty="0">
                <a:solidFill>
                  <a:srgbClr val="FF0000"/>
                </a:solidFill>
                <a:effectLst/>
                <a:latin typeface="+mn-ea"/>
              </a:rPr>
              <a:t>)</a:t>
            </a: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700" b="1" i="0" dirty="0">
              <a:solidFill>
                <a:srgbClr val="FF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700" b="1" i="0" dirty="0">
              <a:solidFill>
                <a:srgbClr val="FF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700" b="1" i="0" dirty="0">
              <a:solidFill>
                <a:srgbClr val="FF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700" b="1" i="0" dirty="0">
              <a:solidFill>
                <a:srgbClr val="FF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700" b="1" i="0" dirty="0">
              <a:solidFill>
                <a:srgbClr val="FF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700" b="1" i="0" dirty="0">
              <a:solidFill>
                <a:srgbClr val="FF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700" b="1" i="0" dirty="0">
              <a:solidFill>
                <a:srgbClr val="FF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50" b="1" i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199" name="직사각형 198"/>
          <p:cNvSpPr/>
          <p:nvPr/>
        </p:nvSpPr>
        <p:spPr>
          <a:xfrm>
            <a:off x="3735581" y="4162895"/>
            <a:ext cx="50526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spcBef>
                <a:spcPts val="0"/>
              </a:spcBef>
            </a:pPr>
            <a:r>
              <a:rPr lang="en-US" altLang="ko-KR" sz="800" i="0" dirty="0">
                <a:solidFill>
                  <a:srgbClr val="000000"/>
                </a:solidFill>
                <a:latin typeface="+mn-ea"/>
                <a:ea typeface="+mn-ea"/>
              </a:rPr>
              <a:t>OOOO</a:t>
            </a:r>
          </a:p>
        </p:txBody>
      </p:sp>
      <p:sp>
        <p:nvSpPr>
          <p:cNvPr id="200" name="직사각형 199"/>
          <p:cNvSpPr/>
          <p:nvPr/>
        </p:nvSpPr>
        <p:spPr>
          <a:xfrm>
            <a:off x="4352359" y="4162895"/>
            <a:ext cx="58541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spcBef>
                <a:spcPts val="0"/>
              </a:spcBef>
            </a:pPr>
            <a:r>
              <a:rPr lang="en-US" altLang="ko-KR" sz="800" i="0" dirty="0">
                <a:solidFill>
                  <a:srgbClr val="000000"/>
                </a:solidFill>
                <a:latin typeface="+mn-ea"/>
                <a:ea typeface="+mn-ea"/>
              </a:rPr>
              <a:t>OOOOO</a:t>
            </a:r>
          </a:p>
        </p:txBody>
      </p:sp>
      <p:sp>
        <p:nvSpPr>
          <p:cNvPr id="201" name="직사각형 200"/>
          <p:cNvSpPr/>
          <p:nvPr/>
        </p:nvSpPr>
        <p:spPr>
          <a:xfrm>
            <a:off x="3735581" y="4307806"/>
            <a:ext cx="50526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spcBef>
                <a:spcPts val="0"/>
              </a:spcBef>
            </a:pPr>
            <a:r>
              <a:rPr lang="en-US" altLang="ko-KR" sz="800" i="0" dirty="0">
                <a:solidFill>
                  <a:srgbClr val="000000"/>
                </a:solidFill>
                <a:latin typeface="+mn-ea"/>
                <a:ea typeface="+mn-ea"/>
              </a:rPr>
              <a:t>OOOO</a:t>
            </a:r>
          </a:p>
        </p:txBody>
      </p:sp>
      <p:sp>
        <p:nvSpPr>
          <p:cNvPr id="202" name="직사각형 201"/>
          <p:cNvSpPr/>
          <p:nvPr/>
        </p:nvSpPr>
        <p:spPr>
          <a:xfrm>
            <a:off x="4352359" y="4304757"/>
            <a:ext cx="58541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spcBef>
                <a:spcPts val="0"/>
              </a:spcBef>
            </a:pPr>
            <a:r>
              <a:rPr lang="en-US" altLang="ko-KR" sz="800" i="0" dirty="0">
                <a:solidFill>
                  <a:srgbClr val="000000"/>
                </a:solidFill>
                <a:latin typeface="+mn-ea"/>
                <a:ea typeface="+mn-ea"/>
              </a:rPr>
              <a:t>OOOOO</a:t>
            </a:r>
          </a:p>
        </p:txBody>
      </p:sp>
      <p:sp>
        <p:nvSpPr>
          <p:cNvPr id="204" name="직사각형 203"/>
          <p:cNvSpPr/>
          <p:nvPr/>
        </p:nvSpPr>
        <p:spPr>
          <a:xfrm>
            <a:off x="4352359" y="4446620"/>
            <a:ext cx="58541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spcBef>
                <a:spcPts val="0"/>
              </a:spcBef>
            </a:pPr>
            <a:r>
              <a:rPr lang="en-US" altLang="ko-KR" sz="800" i="0" dirty="0">
                <a:solidFill>
                  <a:srgbClr val="000000"/>
                </a:solidFill>
                <a:latin typeface="+mn-ea"/>
                <a:ea typeface="+mn-ea"/>
              </a:rPr>
              <a:t>OOOOO</a:t>
            </a:r>
          </a:p>
        </p:txBody>
      </p:sp>
      <p:grpSp>
        <p:nvGrpSpPr>
          <p:cNvPr id="256" name="그룹 255"/>
          <p:cNvGrpSpPr/>
          <p:nvPr/>
        </p:nvGrpSpPr>
        <p:grpSpPr>
          <a:xfrm>
            <a:off x="3038705" y="5105077"/>
            <a:ext cx="772173" cy="216000"/>
            <a:chOff x="2973566" y="1153029"/>
            <a:chExt cx="772173" cy="216000"/>
          </a:xfrm>
        </p:grpSpPr>
        <p:sp>
          <p:nvSpPr>
            <p:cNvPr id="257" name="직사각형 102"/>
            <p:cNvSpPr>
              <a:spLocks noChangeArrowheads="1"/>
            </p:cNvSpPr>
            <p:nvPr/>
          </p:nvSpPr>
          <p:spPr bwMode="auto">
            <a:xfrm>
              <a:off x="3248808" y="1209158"/>
              <a:ext cx="496931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1" i="0" dirty="0">
                  <a:solidFill>
                    <a:srgbClr val="365792"/>
                  </a:solidFill>
                  <a:latin typeface="+mn-ea"/>
                  <a:ea typeface="+mn-ea"/>
                </a:rPr>
                <a:t>OOOOO</a:t>
              </a:r>
            </a:p>
          </p:txBody>
        </p:sp>
        <p:sp>
          <p:nvSpPr>
            <p:cNvPr id="258" name="직사각형 110"/>
            <p:cNvSpPr>
              <a:spLocks noChangeArrowheads="1"/>
            </p:cNvSpPr>
            <p:nvPr/>
          </p:nvSpPr>
          <p:spPr bwMode="auto">
            <a:xfrm>
              <a:off x="3184640" y="1154083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04" name="직사각형 303"/>
            <p:cNvSpPr/>
            <p:nvPr/>
          </p:nvSpPr>
          <p:spPr bwMode="auto">
            <a:xfrm>
              <a:off x="2973566" y="1153029"/>
              <a:ext cx="216000" cy="21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r>
                <a:rPr lang="en-US" altLang="ko-KR" sz="1000" b="1" i="0" dirty="0">
                  <a:solidFill>
                    <a:srgbClr val="FFFFFF"/>
                  </a:solidFill>
                  <a:latin typeface="+mn-ea"/>
                </a:rPr>
                <a:t>2</a:t>
              </a:r>
              <a:endParaRPr lang="ko-KR" altLang="en-US" sz="1000" b="1" i="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17" name="그룹 316"/>
          <p:cNvGrpSpPr/>
          <p:nvPr/>
        </p:nvGrpSpPr>
        <p:grpSpPr>
          <a:xfrm>
            <a:off x="3029180" y="5741418"/>
            <a:ext cx="871559" cy="216000"/>
            <a:chOff x="2973566" y="1153029"/>
            <a:chExt cx="871559" cy="216000"/>
          </a:xfrm>
        </p:grpSpPr>
        <p:sp>
          <p:nvSpPr>
            <p:cNvPr id="318" name="직사각형 102"/>
            <p:cNvSpPr>
              <a:spLocks noChangeArrowheads="1"/>
            </p:cNvSpPr>
            <p:nvPr/>
          </p:nvSpPr>
          <p:spPr bwMode="auto">
            <a:xfrm>
              <a:off x="3248808" y="1209158"/>
              <a:ext cx="596317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1" i="0" dirty="0">
                  <a:solidFill>
                    <a:srgbClr val="365792"/>
                  </a:solidFill>
                  <a:latin typeface="+mn-ea"/>
                  <a:ea typeface="+mn-ea"/>
                </a:rPr>
                <a:t>OOOOOO</a:t>
              </a:r>
            </a:p>
          </p:txBody>
        </p:sp>
        <p:sp>
          <p:nvSpPr>
            <p:cNvPr id="319" name="직사각형 110"/>
            <p:cNvSpPr>
              <a:spLocks noChangeArrowheads="1"/>
            </p:cNvSpPr>
            <p:nvPr/>
          </p:nvSpPr>
          <p:spPr bwMode="auto">
            <a:xfrm>
              <a:off x="3184640" y="1154083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20" name="직사각형 319"/>
            <p:cNvSpPr/>
            <p:nvPr/>
          </p:nvSpPr>
          <p:spPr bwMode="auto">
            <a:xfrm>
              <a:off x="2973566" y="1153029"/>
              <a:ext cx="216000" cy="21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r>
                <a:rPr lang="en-US" altLang="ko-KR" sz="1000" b="1" i="0" dirty="0">
                  <a:solidFill>
                    <a:srgbClr val="FFFFFF"/>
                  </a:solidFill>
                  <a:latin typeface="+mn-ea"/>
                </a:rPr>
                <a:t>3</a:t>
              </a:r>
              <a:endParaRPr lang="ko-KR" altLang="en-US" sz="1000" b="1" i="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21" name="그룹 320"/>
          <p:cNvGrpSpPr/>
          <p:nvPr/>
        </p:nvGrpSpPr>
        <p:grpSpPr>
          <a:xfrm>
            <a:off x="3030716" y="1181604"/>
            <a:ext cx="871559" cy="216000"/>
            <a:chOff x="2973566" y="1153029"/>
            <a:chExt cx="871559" cy="216000"/>
          </a:xfrm>
        </p:grpSpPr>
        <p:sp>
          <p:nvSpPr>
            <p:cNvPr id="322" name="직사각형 102"/>
            <p:cNvSpPr>
              <a:spLocks noChangeArrowheads="1"/>
            </p:cNvSpPr>
            <p:nvPr/>
          </p:nvSpPr>
          <p:spPr bwMode="auto">
            <a:xfrm>
              <a:off x="3248808" y="1209158"/>
              <a:ext cx="596317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1" i="0" dirty="0">
                  <a:solidFill>
                    <a:srgbClr val="365792"/>
                  </a:solidFill>
                  <a:latin typeface="+mn-ea"/>
                  <a:ea typeface="+mn-ea"/>
                </a:rPr>
                <a:t>OOOOOO</a:t>
              </a:r>
            </a:p>
          </p:txBody>
        </p:sp>
        <p:sp>
          <p:nvSpPr>
            <p:cNvPr id="323" name="직사각형 110"/>
            <p:cNvSpPr>
              <a:spLocks noChangeArrowheads="1"/>
            </p:cNvSpPr>
            <p:nvPr/>
          </p:nvSpPr>
          <p:spPr bwMode="auto">
            <a:xfrm>
              <a:off x="3184640" y="1154083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24" name="직사각형 323"/>
            <p:cNvSpPr/>
            <p:nvPr/>
          </p:nvSpPr>
          <p:spPr bwMode="auto">
            <a:xfrm>
              <a:off x="2973566" y="1153029"/>
              <a:ext cx="216000" cy="21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r>
                <a:rPr lang="en-US" altLang="ko-KR" sz="1000" b="1" i="0" dirty="0">
                  <a:solidFill>
                    <a:srgbClr val="FFFFFF"/>
                  </a:solidFill>
                  <a:latin typeface="+mn-ea"/>
                </a:rPr>
                <a:t>1</a:t>
              </a:r>
              <a:endParaRPr lang="ko-KR" altLang="en-US" sz="1000" b="1" i="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144" name="타원 143"/>
          <p:cNvSpPr/>
          <p:nvPr/>
        </p:nvSpPr>
        <p:spPr>
          <a:xfrm>
            <a:off x="3429080" y="1695114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1-1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46" name="타원 145"/>
          <p:cNvSpPr/>
          <p:nvPr/>
        </p:nvSpPr>
        <p:spPr>
          <a:xfrm>
            <a:off x="4508333" y="1695114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1-2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47" name="타원 146"/>
          <p:cNvSpPr/>
          <p:nvPr/>
        </p:nvSpPr>
        <p:spPr>
          <a:xfrm>
            <a:off x="3411828" y="2730286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1-3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48" name="타원 147"/>
          <p:cNvSpPr/>
          <p:nvPr/>
        </p:nvSpPr>
        <p:spPr>
          <a:xfrm>
            <a:off x="4491081" y="2721660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1-4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50" name="타원 149"/>
          <p:cNvSpPr/>
          <p:nvPr/>
        </p:nvSpPr>
        <p:spPr>
          <a:xfrm>
            <a:off x="6051990" y="1695114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1-5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51" name="타원 150"/>
          <p:cNvSpPr/>
          <p:nvPr/>
        </p:nvSpPr>
        <p:spPr>
          <a:xfrm>
            <a:off x="6010382" y="3085281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1-6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52" name="타원 151"/>
          <p:cNvSpPr/>
          <p:nvPr/>
        </p:nvSpPr>
        <p:spPr>
          <a:xfrm>
            <a:off x="3676662" y="3841882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1-7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238908"/>
              </p:ext>
            </p:extLst>
          </p:nvPr>
        </p:nvGraphicFramePr>
        <p:xfrm>
          <a:off x="5854112" y="3971604"/>
          <a:ext cx="2968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" name="Visio" r:id="rId17" imgW="741807" imgH="947725" progId="">
                  <p:embed/>
                </p:oleObj>
              </mc:Choice>
              <mc:Fallback>
                <p:oleObj name="Visio" r:id="rId17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112" y="3971604"/>
                        <a:ext cx="29686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직선 화살표 연결선 28"/>
          <p:cNvCxnSpPr>
            <a:endCxn id="188" idx="1"/>
          </p:cNvCxnSpPr>
          <p:nvPr/>
        </p:nvCxnSpPr>
        <p:spPr>
          <a:xfrm flipV="1">
            <a:off x="5544595" y="3301841"/>
            <a:ext cx="323343" cy="1011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화살표 연결선 179"/>
          <p:cNvCxnSpPr/>
          <p:nvPr/>
        </p:nvCxnSpPr>
        <p:spPr>
          <a:xfrm flipV="1">
            <a:off x="5550353" y="4178825"/>
            <a:ext cx="323343" cy="1011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타원 194"/>
          <p:cNvSpPr/>
          <p:nvPr/>
        </p:nvSpPr>
        <p:spPr>
          <a:xfrm>
            <a:off x="5990262" y="3962265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1-8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6159601" y="4127777"/>
            <a:ext cx="711733" cy="3847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900" b="1" i="0" dirty="0">
                <a:latin typeface="+mn-ea"/>
                <a:ea typeface="+mn-ea"/>
              </a:rPr>
              <a:t>OOOO</a:t>
            </a:r>
            <a:r>
              <a:rPr lang="ko-KR" altLang="en-US" sz="900" b="1" i="0" dirty="0">
                <a:latin typeface="+mn-ea"/>
                <a:ea typeface="+mn-ea"/>
              </a:rPr>
              <a:t>서버</a:t>
            </a:r>
            <a:endParaRPr lang="en-US" altLang="ko-KR" sz="900" b="1" i="0" dirty="0">
              <a:latin typeface="+mn-ea"/>
              <a:ea typeface="+mn-ea"/>
            </a:endParaRPr>
          </a:p>
          <a:p>
            <a:pPr algn="l" eaLnBrk="1" hangingPunct="1">
              <a:spcBef>
                <a:spcPts val="0"/>
              </a:spcBef>
            </a:pP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700" b="1" i="0" dirty="0">
                <a:solidFill>
                  <a:srgbClr val="FF0000"/>
                </a:solidFill>
                <a:latin typeface="+mn-ea"/>
                <a:ea typeface="+mn-ea"/>
              </a:rPr>
              <a:t>서버 </a:t>
            </a: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Active</a:t>
            </a:r>
            <a:r>
              <a:rPr lang="ko-KR" altLang="en-US" sz="700" b="1" i="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r>
              <a:rPr lang="ko-KR" altLang="en-US" sz="700" b="1" i="0" dirty="0">
                <a:solidFill>
                  <a:srgbClr val="FF0000"/>
                </a:solidFill>
                <a:latin typeface="+mn-ea"/>
                <a:ea typeface="+mn-ea"/>
              </a:rPr>
              <a:t>대</a:t>
            </a: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ko-KR" altLang="en-US" sz="700" b="1" i="0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l" eaLnBrk="1" hangingPunct="1">
              <a:spcBef>
                <a:spcPts val="0"/>
              </a:spcBef>
            </a:pPr>
            <a:endParaRPr lang="en-US" altLang="ko-KR" sz="900" b="1" i="0" dirty="0">
              <a:latin typeface="+mn-ea"/>
              <a:ea typeface="+mn-ea"/>
            </a:endParaRPr>
          </a:p>
        </p:txBody>
      </p:sp>
      <p:cxnSp>
        <p:nvCxnSpPr>
          <p:cNvPr id="197" name="꺾인 연결선 196"/>
          <p:cNvCxnSpPr/>
          <p:nvPr/>
        </p:nvCxnSpPr>
        <p:spPr>
          <a:xfrm flipV="1">
            <a:off x="6972314" y="2151273"/>
            <a:ext cx="820767" cy="2070442"/>
          </a:xfrm>
          <a:prstGeom prst="bentConnector3">
            <a:avLst>
              <a:gd name="adj1" fmla="val 50000"/>
            </a:avLst>
          </a:prstGeom>
          <a:ln w="12700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8575488" y="5415880"/>
            <a:ext cx="4809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OOOOOO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575488" y="4743336"/>
            <a:ext cx="56105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OOOOOOO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575488" y="5752153"/>
            <a:ext cx="4809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OOOOOO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575488" y="5079608"/>
            <a:ext cx="4809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OOOOOO</a:t>
            </a:r>
          </a:p>
        </p:txBody>
      </p:sp>
      <p:pic>
        <p:nvPicPr>
          <p:cNvPr id="170" name="Picture 60" descr="7500-7513Cisco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191902" y="4708516"/>
            <a:ext cx="224973" cy="288000"/>
          </a:xfrm>
          <a:prstGeom prst="rect">
            <a:avLst/>
          </a:prstGeom>
          <a:noFill/>
        </p:spPr>
      </p:pic>
      <p:pic>
        <p:nvPicPr>
          <p:cNvPr id="171" name="Picture 60" descr="7500-7513Cisco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191902" y="5006688"/>
            <a:ext cx="224973" cy="288000"/>
          </a:xfrm>
          <a:prstGeom prst="rect">
            <a:avLst/>
          </a:prstGeom>
          <a:noFill/>
        </p:spPr>
      </p:pic>
      <p:pic>
        <p:nvPicPr>
          <p:cNvPr id="172" name="Picture 60" descr="7500-7513Cisco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191902" y="5323910"/>
            <a:ext cx="224973" cy="288000"/>
          </a:xfrm>
          <a:prstGeom prst="rect">
            <a:avLst/>
          </a:prstGeom>
          <a:noFill/>
        </p:spPr>
      </p:pic>
      <p:pic>
        <p:nvPicPr>
          <p:cNvPr id="173" name="Picture 60" descr="7500-7513Cisco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191902" y="5641133"/>
            <a:ext cx="224973" cy="288000"/>
          </a:xfrm>
          <a:prstGeom prst="rect">
            <a:avLst/>
          </a:prstGeom>
          <a:noFill/>
        </p:spPr>
      </p:pic>
      <p:pic>
        <p:nvPicPr>
          <p:cNvPr id="174" name="Picture 60" descr="7500-7513Cisco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191902" y="5974508"/>
            <a:ext cx="224973" cy="288000"/>
          </a:xfrm>
          <a:prstGeom prst="rect">
            <a:avLst/>
          </a:prstGeom>
          <a:noFill/>
        </p:spPr>
      </p:pic>
      <p:sp>
        <p:nvSpPr>
          <p:cNvPr id="175" name="TextBox 174"/>
          <p:cNvSpPr txBox="1"/>
          <p:nvPr/>
        </p:nvSpPr>
        <p:spPr>
          <a:xfrm>
            <a:off x="8556438" y="6028378"/>
            <a:ext cx="4809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OOOOOO</a:t>
            </a:r>
          </a:p>
        </p:txBody>
      </p:sp>
      <p:cxnSp>
        <p:nvCxnSpPr>
          <p:cNvPr id="158" name="꺾인 연결선 157"/>
          <p:cNvCxnSpPr/>
          <p:nvPr/>
        </p:nvCxnSpPr>
        <p:spPr>
          <a:xfrm>
            <a:off x="1739813" y="2978134"/>
            <a:ext cx="1601518" cy="1410062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2564048" y="4195057"/>
            <a:ext cx="6993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en-US" altLang="ko-KR" sz="800" b="1" i="0" dirty="0">
                <a:solidFill>
                  <a:srgbClr val="FF0000"/>
                </a:solidFill>
                <a:latin typeface="+mn-ea"/>
                <a:ea typeface="+mn-ea"/>
              </a:rPr>
              <a:t>OOOOO</a:t>
            </a:r>
            <a:endParaRPr lang="ko-KR" altLang="en-US" sz="8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76" name="그룹 175"/>
          <p:cNvGrpSpPr/>
          <p:nvPr/>
        </p:nvGrpSpPr>
        <p:grpSpPr>
          <a:xfrm>
            <a:off x="8580033" y="64990"/>
            <a:ext cx="1397223" cy="492443"/>
            <a:chOff x="8508777" y="64990"/>
            <a:chExt cx="1397223" cy="492443"/>
          </a:xfrm>
        </p:grpSpPr>
        <p:sp>
          <p:nvSpPr>
            <p:cNvPr id="179" name="TextBox 178"/>
            <p:cNvSpPr txBox="1"/>
            <p:nvPr/>
          </p:nvSpPr>
          <p:spPr>
            <a:xfrm>
              <a:off x="8508777" y="64990"/>
              <a:ext cx="139722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latinLnBrk="1" hangingPunct="1"/>
              <a:r>
                <a:rPr lang="en-US" altLang="ko-KR" sz="800" i="0" dirty="0">
                  <a:solidFill>
                    <a:srgbClr val="000000"/>
                  </a:solidFill>
                  <a:latin typeface="+mn-ea"/>
                  <a:ea typeface="+mn-ea"/>
                </a:rPr>
                <a:t>※ </a:t>
              </a:r>
              <a:r>
                <a:rPr lang="ko-KR" altLang="en-US" sz="800" i="0" dirty="0">
                  <a:solidFill>
                    <a:srgbClr val="000000"/>
                  </a:solidFill>
                  <a:latin typeface="+mn-ea"/>
                  <a:ea typeface="+mn-ea"/>
                </a:rPr>
                <a:t>범례</a:t>
              </a:r>
              <a:endParaRPr lang="en-US" altLang="ko-KR" sz="800" i="0" dirty="0">
                <a:solidFill>
                  <a:srgbClr val="000000"/>
                </a:solidFill>
                <a:latin typeface="+mn-ea"/>
                <a:ea typeface="+mn-ea"/>
              </a:endParaRPr>
            </a:p>
            <a:p>
              <a:pPr eaLnBrk="1" latinLnBrk="1" hangingPunct="1"/>
              <a:r>
                <a:rPr lang="en-US" altLang="ko-KR" sz="600" i="0" dirty="0">
                  <a:solidFill>
                    <a:srgbClr val="000000"/>
                  </a:solidFill>
                  <a:latin typeface="+mn-ea"/>
                  <a:ea typeface="+mn-ea"/>
                </a:rPr>
                <a:t>       : End-User Work Flow</a:t>
              </a:r>
            </a:p>
            <a:p>
              <a:pPr eaLnBrk="1" latinLnBrk="1" hangingPunct="1"/>
              <a:r>
                <a:rPr lang="en-US" altLang="ko-KR" sz="600" i="0" dirty="0">
                  <a:solidFill>
                    <a:srgbClr val="000000"/>
                  </a:solidFill>
                  <a:latin typeface="+mn-ea"/>
                  <a:ea typeface="+mn-ea"/>
                </a:rPr>
                <a:t>       : </a:t>
              </a:r>
              <a:r>
                <a:rPr lang="ko-KR" altLang="en-US" sz="600" i="0" dirty="0">
                  <a:solidFill>
                    <a:srgbClr val="000000"/>
                  </a:solidFill>
                  <a:latin typeface="+mn-ea"/>
                  <a:ea typeface="+mn-ea"/>
                </a:rPr>
                <a:t>내부 시스템간의 </a:t>
              </a:r>
              <a:r>
                <a:rPr lang="en-US" altLang="ko-KR" sz="600" i="0" dirty="0">
                  <a:solidFill>
                    <a:srgbClr val="000000"/>
                  </a:solidFill>
                  <a:latin typeface="+mn-ea"/>
                  <a:ea typeface="+mn-ea"/>
                </a:rPr>
                <a:t>Work Flow</a:t>
              </a:r>
            </a:p>
            <a:p>
              <a:pPr eaLnBrk="1" latinLnBrk="1" hangingPunct="1"/>
              <a:r>
                <a:rPr lang="en-US" altLang="ko-KR" sz="600" i="0" dirty="0">
                  <a:solidFill>
                    <a:srgbClr val="000000"/>
                  </a:solidFill>
                  <a:latin typeface="+mn-ea"/>
                  <a:ea typeface="+mn-ea"/>
                </a:rPr>
                <a:t>       : </a:t>
              </a:r>
              <a:r>
                <a:rPr lang="ko-KR" altLang="en-US" sz="600" i="0" dirty="0">
                  <a:solidFill>
                    <a:srgbClr val="000000"/>
                  </a:solidFill>
                  <a:latin typeface="+mn-ea"/>
                  <a:ea typeface="+mn-ea"/>
                </a:rPr>
                <a:t>내</a:t>
              </a:r>
              <a:r>
                <a:rPr lang="en-US" altLang="ko-KR" sz="600" i="0" dirty="0">
                  <a:solidFill>
                    <a:srgbClr val="000000"/>
                  </a:solidFill>
                  <a:latin typeface="+mn-ea"/>
                  <a:ea typeface="+mn-ea"/>
                </a:rPr>
                <a:t>/</a:t>
              </a:r>
              <a:r>
                <a:rPr lang="ko-KR" altLang="en-US" sz="600" i="0" dirty="0">
                  <a:solidFill>
                    <a:srgbClr val="000000"/>
                  </a:solidFill>
                  <a:latin typeface="+mn-ea"/>
                  <a:ea typeface="+mn-ea"/>
                </a:rPr>
                <a:t>외부 </a:t>
              </a:r>
              <a:r>
                <a:rPr lang="en-US" altLang="ko-KR" sz="600" i="0" dirty="0">
                  <a:solidFill>
                    <a:srgbClr val="000000"/>
                  </a:solidFill>
                  <a:latin typeface="+mn-ea"/>
                  <a:ea typeface="+mn-ea"/>
                </a:rPr>
                <a:t>I/F Work Flow</a:t>
              </a:r>
              <a:endParaRPr lang="ko-KR" altLang="en-US" sz="600" i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192" name="직선 연결선 191"/>
            <p:cNvCxnSpPr/>
            <p:nvPr/>
          </p:nvCxnSpPr>
          <p:spPr>
            <a:xfrm>
              <a:off x="8613846" y="287459"/>
              <a:ext cx="126003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직선 연결선 192"/>
            <p:cNvCxnSpPr/>
            <p:nvPr/>
          </p:nvCxnSpPr>
          <p:spPr>
            <a:xfrm>
              <a:off x="8613846" y="373060"/>
              <a:ext cx="12600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직선 연결선 197"/>
            <p:cNvCxnSpPr/>
            <p:nvPr/>
          </p:nvCxnSpPr>
          <p:spPr>
            <a:xfrm>
              <a:off x="8613846" y="462125"/>
              <a:ext cx="126003" cy="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6" name="Picture 5" descr="http://ifresco.co.uk/uploads/1332309327features_graphics_hero20090303.png">
            <a:hlinkClick r:id="rId7"/>
          </p:cNvPr>
          <p:cNvPicPr>
            <a:picLocks noChangeAspect="1" noChangeArrowheads="1"/>
          </p:cNvPicPr>
          <p:nvPr/>
        </p:nvPicPr>
        <p:blipFill>
          <a:blip r:embed="rId8" cstate="print"/>
          <a:srcRect l="18360" r="17921"/>
          <a:stretch>
            <a:fillRect/>
          </a:stretch>
        </p:blipFill>
        <p:spPr bwMode="auto">
          <a:xfrm>
            <a:off x="584680" y="1454421"/>
            <a:ext cx="545884" cy="360000"/>
          </a:xfrm>
          <a:prstGeom prst="rect">
            <a:avLst/>
          </a:prstGeom>
          <a:noFill/>
        </p:spPr>
      </p:pic>
      <p:grpSp>
        <p:nvGrpSpPr>
          <p:cNvPr id="208" name="그룹 207"/>
          <p:cNvGrpSpPr/>
          <p:nvPr/>
        </p:nvGrpSpPr>
        <p:grpSpPr>
          <a:xfrm>
            <a:off x="436452" y="1154083"/>
            <a:ext cx="596317" cy="208963"/>
            <a:chOff x="1341244" y="3264565"/>
            <a:chExt cx="596317" cy="208963"/>
          </a:xfrm>
        </p:grpSpPr>
        <p:sp>
          <p:nvSpPr>
            <p:cNvPr id="210" name="직사각형 102"/>
            <p:cNvSpPr>
              <a:spLocks noChangeArrowheads="1"/>
            </p:cNvSpPr>
            <p:nvPr/>
          </p:nvSpPr>
          <p:spPr bwMode="auto">
            <a:xfrm>
              <a:off x="1341244" y="3319640"/>
              <a:ext cx="596317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1" i="0" dirty="0">
                  <a:solidFill>
                    <a:srgbClr val="365792"/>
                  </a:solidFill>
                  <a:latin typeface="+mn-ea"/>
                  <a:ea typeface="+mn-ea"/>
                </a:rPr>
                <a:t>OOOOOO</a:t>
              </a:r>
            </a:p>
          </p:txBody>
        </p:sp>
        <p:sp>
          <p:nvSpPr>
            <p:cNvPr id="211" name="직사각형 110"/>
            <p:cNvSpPr>
              <a:spLocks noChangeArrowheads="1"/>
            </p:cNvSpPr>
            <p:nvPr/>
          </p:nvSpPr>
          <p:spPr bwMode="auto">
            <a:xfrm>
              <a:off x="1341244" y="3264565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13" name="TextBox 212"/>
          <p:cNvSpPr txBox="1"/>
          <p:nvPr/>
        </p:nvSpPr>
        <p:spPr>
          <a:xfrm>
            <a:off x="1207017" y="1572866"/>
            <a:ext cx="469680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ko-KR" altLang="en-US" sz="800" i="0" dirty="0">
                <a:latin typeface="+mn-ea"/>
                <a:ea typeface="+mn-ea"/>
              </a:rPr>
              <a:t>사무실 </a:t>
            </a:r>
            <a:r>
              <a:rPr lang="en-US" altLang="ko-KR" sz="800" i="0" dirty="0">
                <a:latin typeface="+mn-ea"/>
                <a:ea typeface="+mn-ea"/>
              </a:rPr>
              <a:t>PC</a:t>
            </a:r>
          </a:p>
        </p:txBody>
      </p:sp>
      <p:pic>
        <p:nvPicPr>
          <p:cNvPr id="214" name="Picture 5" descr="http://ifresco.co.uk/uploads/1332309327features_graphics_hero20090303.png">
            <a:hlinkClick r:id="rId7"/>
          </p:cNvPr>
          <p:cNvPicPr>
            <a:picLocks noChangeAspect="1" noChangeArrowheads="1"/>
          </p:cNvPicPr>
          <p:nvPr/>
        </p:nvPicPr>
        <p:blipFill>
          <a:blip r:embed="rId8" cstate="print"/>
          <a:srcRect l="18360" r="17921"/>
          <a:stretch>
            <a:fillRect/>
          </a:stretch>
        </p:blipFill>
        <p:spPr bwMode="auto">
          <a:xfrm>
            <a:off x="589169" y="2071154"/>
            <a:ext cx="545884" cy="360000"/>
          </a:xfrm>
          <a:prstGeom prst="rect">
            <a:avLst/>
          </a:prstGeom>
          <a:noFill/>
        </p:spPr>
      </p:pic>
      <p:pic>
        <p:nvPicPr>
          <p:cNvPr id="215" name="Picture 5" descr="http://ifresco.co.uk/uploads/1332309327features_graphics_hero20090303.png">
            <a:hlinkClick r:id="rId7"/>
          </p:cNvPr>
          <p:cNvPicPr>
            <a:picLocks noChangeAspect="1" noChangeArrowheads="1"/>
          </p:cNvPicPr>
          <p:nvPr/>
        </p:nvPicPr>
        <p:blipFill>
          <a:blip r:embed="rId8" cstate="print"/>
          <a:srcRect l="18360" r="17921"/>
          <a:stretch>
            <a:fillRect/>
          </a:stretch>
        </p:blipFill>
        <p:spPr bwMode="auto">
          <a:xfrm>
            <a:off x="582508" y="2578031"/>
            <a:ext cx="545884" cy="360000"/>
          </a:xfrm>
          <a:prstGeom prst="rect">
            <a:avLst/>
          </a:prstGeom>
          <a:noFill/>
        </p:spPr>
      </p:pic>
      <p:sp>
        <p:nvSpPr>
          <p:cNvPr id="216" name="TextBox 215"/>
          <p:cNvSpPr txBox="1"/>
          <p:nvPr/>
        </p:nvSpPr>
        <p:spPr>
          <a:xfrm>
            <a:off x="1198244" y="2708320"/>
            <a:ext cx="40075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198244" y="2154503"/>
            <a:ext cx="160300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</a:t>
            </a:r>
          </a:p>
        </p:txBody>
      </p:sp>
    </p:spTree>
    <p:extLst>
      <p:ext uri="{BB962C8B-B14F-4D97-AF65-F5344CB8AC3E}">
        <p14:creationId xmlns:p14="http://schemas.microsoft.com/office/powerpoint/2010/main" val="350841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직사각형 181"/>
          <p:cNvSpPr/>
          <p:nvPr/>
        </p:nvSpPr>
        <p:spPr bwMode="auto">
          <a:xfrm>
            <a:off x="250826" y="3771900"/>
            <a:ext cx="9382463" cy="2527389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rgbClr val="0070C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9987" tIns="45714" rIns="91427" bIns="45714" rtlCol="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en-US" altLang="ko-KR" sz="1300" i="0" kern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62" name="Rectangle 31"/>
          <p:cNvSpPr>
            <a:spLocks noChangeArrowheads="1"/>
          </p:cNvSpPr>
          <p:nvPr/>
        </p:nvSpPr>
        <p:spPr bwMode="auto">
          <a:xfrm>
            <a:off x="250826" y="214773"/>
            <a:ext cx="8060578" cy="304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just" defTabSz="190473" latinLnBrk="1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SzPct val="25000"/>
            </a:pPr>
            <a:r>
              <a:rPr lang="en-US" altLang="ko-KR" sz="1800" b="1" i="0" dirty="0">
                <a:solidFill>
                  <a:srgbClr val="000000"/>
                </a:solidFill>
                <a:latin typeface="+mn-ea"/>
                <a:ea typeface="+mn-ea"/>
              </a:rPr>
              <a:t>4. OOO </a:t>
            </a:r>
            <a:r>
              <a:rPr lang="ko-KR" altLang="en-US" sz="1800" b="1" i="0" dirty="0">
                <a:solidFill>
                  <a:srgbClr val="000000"/>
                </a:solidFill>
                <a:latin typeface="+mn-ea"/>
                <a:ea typeface="+mn-ea"/>
              </a:rPr>
              <a:t>서비스 구성도</a:t>
            </a:r>
            <a:endParaRPr lang="en-US" altLang="ko-KR" sz="18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2798078" y="766900"/>
            <a:ext cx="4440922" cy="2928800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64" name="그룹 163"/>
          <p:cNvGrpSpPr/>
          <p:nvPr/>
        </p:nvGrpSpPr>
        <p:grpSpPr>
          <a:xfrm>
            <a:off x="2798078" y="767774"/>
            <a:ext cx="1840219" cy="214866"/>
            <a:chOff x="729755" y="2866150"/>
            <a:chExt cx="289419" cy="3406026"/>
          </a:xfrm>
        </p:grpSpPr>
        <p:sp>
          <p:nvSpPr>
            <p:cNvPr id="165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785871" y="3088155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 err="1">
                  <a:solidFill>
                    <a:srgbClr val="3768C8"/>
                  </a:solidFill>
                  <a:latin typeface="+mn-ea"/>
                  <a:ea typeface="+mn-ea"/>
                </a:rPr>
                <a:t>ooo</a:t>
              </a:r>
              <a:r>
                <a:rPr lang="ko-KR" altLang="en-US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시스템</a:t>
              </a:r>
              <a:endParaRPr lang="en-US" altLang="ko-KR" sz="1200" b="1" i="0" dirty="0">
                <a:solidFill>
                  <a:srgbClr val="3768C8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67" name="직사각형 166"/>
          <p:cNvSpPr/>
          <p:nvPr/>
        </p:nvSpPr>
        <p:spPr>
          <a:xfrm>
            <a:off x="2946669" y="1090689"/>
            <a:ext cx="4149455" cy="2520001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20" name="순서도: 자기 디스크 219"/>
          <p:cNvSpPr/>
          <p:nvPr/>
        </p:nvSpPr>
        <p:spPr bwMode="auto">
          <a:xfrm>
            <a:off x="3410310" y="2807493"/>
            <a:ext cx="1814867" cy="629730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5995" tIns="35995" rIns="35995" bIns="35995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endParaRPr lang="en-US" altLang="ko-KR" sz="1000" b="1" i="0" dirty="0">
              <a:solidFill>
                <a:srgbClr val="000000"/>
              </a:solidFill>
              <a:effectLst/>
              <a:latin typeface="+mn-ea"/>
            </a:endParaRP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r>
              <a:rPr lang="en-US" altLang="ko-KR" sz="1000" b="1" i="0" dirty="0">
                <a:solidFill>
                  <a:srgbClr val="000000"/>
                </a:solidFill>
                <a:effectLst/>
                <a:latin typeface="+mn-ea"/>
              </a:rPr>
              <a:t>OOOOO</a:t>
            </a:r>
            <a:r>
              <a:rPr lang="ko-KR" altLang="en-US" sz="1000" b="1" i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latin typeface="+mn-ea"/>
              </a:rPr>
              <a:t>DB</a:t>
            </a:r>
          </a:p>
          <a:p>
            <a:pPr algn="ctr" eaLnBrk="1" latinLnBrk="0" hangingPunct="1">
              <a:spcBef>
                <a:spcPts val="0"/>
              </a:spcBef>
              <a:spcAft>
                <a:spcPct val="5000"/>
              </a:spcAft>
              <a:defRPr/>
            </a:pPr>
            <a:r>
              <a:rPr lang="en-US" altLang="ko-KR" sz="700" b="1" i="0" dirty="0">
                <a:solidFill>
                  <a:srgbClr val="FF0000"/>
                </a:solidFill>
                <a:effectLst/>
                <a:latin typeface="+mn-ea"/>
              </a:rPr>
              <a:t>(</a:t>
            </a:r>
            <a:r>
              <a:rPr lang="ko-KR" altLang="en-US" sz="700" b="1" i="0" dirty="0">
                <a:solidFill>
                  <a:srgbClr val="FF0000"/>
                </a:solidFill>
                <a:effectLst/>
                <a:latin typeface="+mn-ea"/>
              </a:rPr>
              <a:t>서버 </a:t>
            </a:r>
            <a:r>
              <a:rPr lang="en-US" altLang="ko-KR" sz="700" b="1" i="0" dirty="0">
                <a:solidFill>
                  <a:srgbClr val="FF0000"/>
                </a:solidFill>
                <a:effectLst/>
                <a:latin typeface="+mn-ea"/>
              </a:rPr>
              <a:t>0</a:t>
            </a:r>
            <a:r>
              <a:rPr lang="ko-KR" altLang="en-US" sz="700" b="1" i="0" dirty="0">
                <a:solidFill>
                  <a:srgbClr val="FF0000"/>
                </a:solidFill>
                <a:effectLst/>
                <a:latin typeface="+mn-ea"/>
              </a:rPr>
              <a:t>대</a:t>
            </a:r>
            <a:r>
              <a:rPr lang="en-US" altLang="ko-KR" sz="700" b="1" i="0" dirty="0">
                <a:solidFill>
                  <a:srgbClr val="FF0000"/>
                </a:solidFill>
                <a:effectLst/>
                <a:latin typeface="+mn-ea"/>
              </a:rPr>
              <a:t>)</a:t>
            </a:r>
            <a:endParaRPr lang="en-US" altLang="ko-KR" sz="1050" b="1" i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225" name="직사각형 224"/>
          <p:cNvSpPr/>
          <p:nvPr/>
        </p:nvSpPr>
        <p:spPr>
          <a:xfrm>
            <a:off x="7793067" y="781779"/>
            <a:ext cx="1840216" cy="2913921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226" name="그룹 225"/>
          <p:cNvGrpSpPr/>
          <p:nvPr/>
        </p:nvGrpSpPr>
        <p:grpSpPr>
          <a:xfrm>
            <a:off x="7793066" y="782654"/>
            <a:ext cx="1840219" cy="214866"/>
            <a:chOff x="729755" y="2866150"/>
            <a:chExt cx="289419" cy="3406026"/>
          </a:xfrm>
        </p:grpSpPr>
        <p:sp>
          <p:nvSpPr>
            <p:cNvPr id="227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28" name="직사각형 227"/>
            <p:cNvSpPr/>
            <p:nvPr/>
          </p:nvSpPr>
          <p:spPr>
            <a:xfrm>
              <a:off x="785871" y="3088156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ko-KR" altLang="en-US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외부 </a:t>
              </a:r>
              <a:r>
                <a:rPr lang="en-US" altLang="ko-KR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Interface</a:t>
              </a:r>
            </a:p>
          </p:txBody>
        </p:sp>
      </p:grpSp>
      <p:sp>
        <p:nvSpPr>
          <p:cNvPr id="229" name="직사각형 228"/>
          <p:cNvSpPr/>
          <p:nvPr/>
        </p:nvSpPr>
        <p:spPr>
          <a:xfrm>
            <a:off x="7954188" y="1111276"/>
            <a:ext cx="1517982" cy="902864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230" name="그룹 229"/>
          <p:cNvGrpSpPr/>
          <p:nvPr/>
        </p:nvGrpSpPr>
        <p:grpSpPr>
          <a:xfrm>
            <a:off x="8007675" y="1174669"/>
            <a:ext cx="695703" cy="208963"/>
            <a:chOff x="1341244" y="3264565"/>
            <a:chExt cx="695703" cy="208963"/>
          </a:xfrm>
        </p:grpSpPr>
        <p:sp>
          <p:nvSpPr>
            <p:cNvPr id="231" name="직사각형 102"/>
            <p:cNvSpPr>
              <a:spLocks noChangeArrowheads="1"/>
            </p:cNvSpPr>
            <p:nvPr/>
          </p:nvSpPr>
          <p:spPr bwMode="auto">
            <a:xfrm>
              <a:off x="1341244" y="3319640"/>
              <a:ext cx="695703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1" i="0" dirty="0">
                  <a:solidFill>
                    <a:srgbClr val="365792"/>
                  </a:solidFill>
                  <a:latin typeface="+mn-ea"/>
                  <a:ea typeface="+mn-ea"/>
                </a:rPr>
                <a:t>OOOOOOO</a:t>
              </a:r>
            </a:p>
          </p:txBody>
        </p:sp>
        <p:sp>
          <p:nvSpPr>
            <p:cNvPr id="232" name="직사각형 110"/>
            <p:cNvSpPr>
              <a:spLocks noChangeArrowheads="1"/>
            </p:cNvSpPr>
            <p:nvPr/>
          </p:nvSpPr>
          <p:spPr bwMode="auto">
            <a:xfrm>
              <a:off x="1341244" y="3264565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60" name="TextBox 259"/>
          <p:cNvSpPr txBox="1"/>
          <p:nvPr/>
        </p:nvSpPr>
        <p:spPr>
          <a:xfrm>
            <a:off x="8315940" y="1647666"/>
            <a:ext cx="240450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9001961" y="1647666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</a:t>
            </a:r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205405"/>
              </p:ext>
            </p:extLst>
          </p:nvPr>
        </p:nvGraphicFramePr>
        <p:xfrm>
          <a:off x="8016875" y="1514475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Visio" r:id="rId3" imgW="741807" imgH="947725" progId="">
                  <p:embed/>
                </p:oleObj>
              </mc:Choice>
              <mc:Fallback>
                <p:oleObj name="Visio" r:id="rId3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75" y="1514475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" name="개체 2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823346"/>
              </p:ext>
            </p:extLst>
          </p:nvPr>
        </p:nvGraphicFramePr>
        <p:xfrm>
          <a:off x="8705098" y="1514475"/>
          <a:ext cx="296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Visio" r:id="rId5" imgW="741807" imgH="947725" progId="">
                  <p:embed/>
                </p:oleObj>
              </mc:Choice>
              <mc:Fallback>
                <p:oleObj name="Visio" r:id="rId5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5098" y="1514475"/>
                        <a:ext cx="2968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" name="직사각형 266"/>
          <p:cNvSpPr/>
          <p:nvPr/>
        </p:nvSpPr>
        <p:spPr>
          <a:xfrm>
            <a:off x="232366" y="766900"/>
            <a:ext cx="1840216" cy="2928800"/>
          </a:xfrm>
          <a:prstGeom prst="rect">
            <a:avLst/>
          </a:prstGeom>
          <a:pattFill prst="ltUpDiag">
            <a:fgClr>
              <a:srgbClr val="D1DAEB"/>
            </a:fgClr>
            <a:bgClr>
              <a:schemeClr val="bg1"/>
            </a:bgClr>
          </a:pattFill>
          <a:ln>
            <a:noFill/>
          </a:ln>
        </p:spPr>
        <p:txBody>
          <a:bodyPr lIns="58394" tIns="29197" rIns="58394" bIns="29197"/>
          <a:lstStyle/>
          <a:p>
            <a:pPr eaLnBrk="1" latinLnBrk="1" hangingPunct="1"/>
            <a:endParaRPr lang="ko-KR" altLang="en-US" sz="1000" i="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268" name="그룹 267"/>
          <p:cNvGrpSpPr/>
          <p:nvPr/>
        </p:nvGrpSpPr>
        <p:grpSpPr>
          <a:xfrm>
            <a:off x="232365" y="767774"/>
            <a:ext cx="1840219" cy="214866"/>
            <a:chOff x="729755" y="2866150"/>
            <a:chExt cx="289419" cy="3406026"/>
          </a:xfrm>
        </p:grpSpPr>
        <p:sp>
          <p:nvSpPr>
            <p:cNvPr id="269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70" name="직사각형 269"/>
            <p:cNvSpPr/>
            <p:nvPr/>
          </p:nvSpPr>
          <p:spPr>
            <a:xfrm>
              <a:off x="785871" y="3088155"/>
              <a:ext cx="195204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>
                  <a:solidFill>
                    <a:srgbClr val="3768C8"/>
                  </a:solidFill>
                  <a:latin typeface="+mn-ea"/>
                  <a:ea typeface="+mn-ea"/>
                </a:rPr>
                <a:t>End - User</a:t>
              </a:r>
            </a:p>
          </p:txBody>
        </p:sp>
      </p:grpSp>
      <p:sp>
        <p:nvSpPr>
          <p:cNvPr id="271" name="직사각형 270"/>
          <p:cNvSpPr/>
          <p:nvPr/>
        </p:nvSpPr>
        <p:spPr>
          <a:xfrm>
            <a:off x="382965" y="1090690"/>
            <a:ext cx="1517982" cy="2520000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4" rIns="91427" bIns="45714" rtlCol="0" anchor="ctr"/>
          <a:lstStyle/>
          <a:p>
            <a:pPr algn="ctr" eaLnBrk="1" latinLnBrk="1" hangingPunct="1"/>
            <a:endParaRPr lang="en-US" sz="1000" i="0">
              <a:solidFill>
                <a:srgbClr val="FFFFFF"/>
              </a:solidFill>
              <a:latin typeface="+mn-ea"/>
            </a:endParaRPr>
          </a:p>
        </p:txBody>
      </p:sp>
      <p:pic>
        <p:nvPicPr>
          <p:cNvPr id="274" name="Picture 5" descr="http://ifresco.co.uk/uploads/1332309327features_graphics_hero20090303.png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 l="18360" r="17921"/>
          <a:stretch>
            <a:fillRect/>
          </a:stretch>
        </p:blipFill>
        <p:spPr bwMode="auto">
          <a:xfrm>
            <a:off x="584680" y="1454421"/>
            <a:ext cx="545884" cy="360000"/>
          </a:xfrm>
          <a:prstGeom prst="rect">
            <a:avLst/>
          </a:prstGeom>
          <a:noFill/>
        </p:spPr>
      </p:pic>
      <p:grpSp>
        <p:nvGrpSpPr>
          <p:cNvPr id="280" name="그룹 279"/>
          <p:cNvGrpSpPr/>
          <p:nvPr/>
        </p:nvGrpSpPr>
        <p:grpSpPr>
          <a:xfrm>
            <a:off x="436452" y="1154083"/>
            <a:ext cx="596317" cy="208963"/>
            <a:chOff x="1341244" y="3264565"/>
            <a:chExt cx="596317" cy="208963"/>
          </a:xfrm>
        </p:grpSpPr>
        <p:sp>
          <p:nvSpPr>
            <p:cNvPr id="281" name="직사각형 102"/>
            <p:cNvSpPr>
              <a:spLocks noChangeArrowheads="1"/>
            </p:cNvSpPr>
            <p:nvPr/>
          </p:nvSpPr>
          <p:spPr bwMode="auto">
            <a:xfrm>
              <a:off x="1341244" y="3319640"/>
              <a:ext cx="596317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1" i="0" dirty="0">
                  <a:solidFill>
                    <a:srgbClr val="365792"/>
                  </a:solidFill>
                  <a:latin typeface="+mn-ea"/>
                  <a:ea typeface="+mn-ea"/>
                </a:rPr>
                <a:t>OOOOOO</a:t>
              </a:r>
            </a:p>
          </p:txBody>
        </p:sp>
        <p:sp>
          <p:nvSpPr>
            <p:cNvPr id="282" name="직사각형 110"/>
            <p:cNvSpPr>
              <a:spLocks noChangeArrowheads="1"/>
            </p:cNvSpPr>
            <p:nvPr/>
          </p:nvSpPr>
          <p:spPr bwMode="auto">
            <a:xfrm>
              <a:off x="1341244" y="3264565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96" name="TextBox 295"/>
          <p:cNvSpPr txBox="1"/>
          <p:nvPr/>
        </p:nvSpPr>
        <p:spPr>
          <a:xfrm>
            <a:off x="1207017" y="1572866"/>
            <a:ext cx="469680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ko-KR" altLang="en-US" sz="800" i="0" dirty="0">
                <a:latin typeface="+mn-ea"/>
                <a:ea typeface="+mn-ea"/>
              </a:rPr>
              <a:t>사무실 </a:t>
            </a:r>
            <a:r>
              <a:rPr lang="en-US" altLang="ko-KR" sz="800" i="0" dirty="0">
                <a:latin typeface="+mn-ea"/>
                <a:ea typeface="+mn-ea"/>
              </a:rPr>
              <a:t>PC</a:t>
            </a:r>
          </a:p>
        </p:txBody>
      </p:sp>
      <p:cxnSp>
        <p:nvCxnSpPr>
          <p:cNvPr id="122" name="꺾인 연결선 121"/>
          <p:cNvCxnSpPr/>
          <p:nvPr/>
        </p:nvCxnSpPr>
        <p:spPr>
          <a:xfrm rot="5400000" flipH="1" flipV="1">
            <a:off x="1335817" y="1753368"/>
            <a:ext cx="1324688" cy="585216"/>
          </a:xfrm>
          <a:prstGeom prst="bentConnector3">
            <a:avLst>
              <a:gd name="adj1" fmla="val -93"/>
            </a:avLst>
          </a:prstGeom>
          <a:ln w="12700">
            <a:solidFill>
              <a:srgbClr val="FF0000"/>
            </a:solidFill>
            <a:prstDash val="sysDot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꺾인 연결선 126"/>
          <p:cNvCxnSpPr>
            <a:stCxn id="4" idx="1"/>
          </p:cNvCxnSpPr>
          <p:nvPr/>
        </p:nvCxnSpPr>
        <p:spPr>
          <a:xfrm rot="10800000">
            <a:off x="2290767" y="1383633"/>
            <a:ext cx="5726108" cy="320549"/>
          </a:xfrm>
          <a:prstGeom prst="bentConnector3">
            <a:avLst>
              <a:gd name="adj1" fmla="val 9013"/>
            </a:avLst>
          </a:prstGeom>
          <a:ln w="12700">
            <a:solidFill>
              <a:srgbClr val="FF0000"/>
            </a:solidFill>
            <a:prstDash val="sysDot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꺾인 연결선 135"/>
          <p:cNvCxnSpPr/>
          <p:nvPr/>
        </p:nvCxnSpPr>
        <p:spPr>
          <a:xfrm>
            <a:off x="1534159" y="2216909"/>
            <a:ext cx="756604" cy="12700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ot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/>
          <p:nvPr/>
        </p:nvCxnSpPr>
        <p:spPr>
          <a:xfrm flipV="1">
            <a:off x="1760054" y="1662477"/>
            <a:ext cx="1488100" cy="192038"/>
          </a:xfrm>
          <a:prstGeom prst="bentConnector3">
            <a:avLst>
              <a:gd name="adj1" fmla="val 23693"/>
            </a:avLst>
          </a:prstGeom>
          <a:ln w="12700">
            <a:solidFill>
              <a:srgbClr val="FF0000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꺾인 연결선 217"/>
          <p:cNvCxnSpPr>
            <a:stCxn id="220" idx="1"/>
          </p:cNvCxnSpPr>
          <p:nvPr/>
        </p:nvCxnSpPr>
        <p:spPr>
          <a:xfrm rot="16200000" flipV="1">
            <a:off x="3824958" y="2314706"/>
            <a:ext cx="348767" cy="63680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/>
          <p:nvPr/>
        </p:nvCxnSpPr>
        <p:spPr>
          <a:xfrm>
            <a:off x="3680937" y="1820877"/>
            <a:ext cx="0" cy="32104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5" name="Picture 60" descr="7500-7513Cisco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75079" y="2285983"/>
            <a:ext cx="224973" cy="288000"/>
          </a:xfrm>
          <a:prstGeom prst="rect">
            <a:avLst/>
          </a:prstGeom>
          <a:noFill/>
        </p:spPr>
      </p:pic>
      <p:sp>
        <p:nvSpPr>
          <p:cNvPr id="306" name="TextBox 305"/>
          <p:cNvSpPr txBox="1"/>
          <p:nvPr/>
        </p:nvSpPr>
        <p:spPr>
          <a:xfrm>
            <a:off x="8158958" y="2372024"/>
            <a:ext cx="40075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</a:t>
            </a:r>
          </a:p>
        </p:txBody>
      </p:sp>
      <p:pic>
        <p:nvPicPr>
          <p:cNvPr id="307" name="Picture 60" descr="7500-7513Cisco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791073" y="2285983"/>
            <a:ext cx="224973" cy="288000"/>
          </a:xfrm>
          <a:prstGeom prst="rect">
            <a:avLst/>
          </a:prstGeom>
          <a:noFill/>
        </p:spPr>
      </p:pic>
      <p:sp>
        <p:nvSpPr>
          <p:cNvPr id="308" name="TextBox 307"/>
          <p:cNvSpPr txBox="1"/>
          <p:nvPr/>
        </p:nvSpPr>
        <p:spPr>
          <a:xfrm>
            <a:off x="9074952" y="2372024"/>
            <a:ext cx="40075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</a:t>
            </a:r>
          </a:p>
        </p:txBody>
      </p:sp>
      <p:pic>
        <p:nvPicPr>
          <p:cNvPr id="309" name="Picture 60" descr="7500-7513Cisco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75079" y="2714023"/>
            <a:ext cx="224973" cy="288000"/>
          </a:xfrm>
          <a:prstGeom prst="rect">
            <a:avLst/>
          </a:prstGeom>
          <a:noFill/>
        </p:spPr>
      </p:pic>
      <p:sp>
        <p:nvSpPr>
          <p:cNvPr id="310" name="TextBox 309"/>
          <p:cNvSpPr txBox="1"/>
          <p:nvPr/>
        </p:nvSpPr>
        <p:spPr>
          <a:xfrm>
            <a:off x="8158958" y="2796468"/>
            <a:ext cx="40075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</a:t>
            </a:r>
          </a:p>
        </p:txBody>
      </p:sp>
      <p:pic>
        <p:nvPicPr>
          <p:cNvPr id="311" name="Picture 60" descr="7500-7513Cisco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791073" y="2714023"/>
            <a:ext cx="224973" cy="288000"/>
          </a:xfrm>
          <a:prstGeom prst="rect">
            <a:avLst/>
          </a:prstGeom>
          <a:noFill/>
        </p:spPr>
      </p:pic>
      <p:sp>
        <p:nvSpPr>
          <p:cNvPr id="312" name="TextBox 311"/>
          <p:cNvSpPr txBox="1"/>
          <p:nvPr/>
        </p:nvSpPr>
        <p:spPr>
          <a:xfrm>
            <a:off x="9074952" y="2796468"/>
            <a:ext cx="40075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</a:t>
            </a:r>
          </a:p>
        </p:txBody>
      </p:sp>
      <p:pic>
        <p:nvPicPr>
          <p:cNvPr id="313" name="Picture 60" descr="7500-7513Cisco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75079" y="3142064"/>
            <a:ext cx="224973" cy="288000"/>
          </a:xfrm>
          <a:prstGeom prst="rect">
            <a:avLst/>
          </a:prstGeom>
          <a:noFill/>
        </p:spPr>
      </p:pic>
      <p:sp>
        <p:nvSpPr>
          <p:cNvPr id="314" name="TextBox 313"/>
          <p:cNvSpPr txBox="1"/>
          <p:nvPr/>
        </p:nvSpPr>
        <p:spPr>
          <a:xfrm>
            <a:off x="8158958" y="3228105"/>
            <a:ext cx="40075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</a:t>
            </a:r>
          </a:p>
        </p:txBody>
      </p:sp>
      <p:pic>
        <p:nvPicPr>
          <p:cNvPr id="315" name="Picture 60" descr="7500-7513Cisco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791073" y="3142064"/>
            <a:ext cx="224973" cy="288000"/>
          </a:xfrm>
          <a:prstGeom prst="rect">
            <a:avLst/>
          </a:prstGeom>
          <a:noFill/>
        </p:spPr>
      </p:pic>
      <p:sp>
        <p:nvSpPr>
          <p:cNvPr id="316" name="TextBox 315"/>
          <p:cNvSpPr txBox="1"/>
          <p:nvPr/>
        </p:nvSpPr>
        <p:spPr>
          <a:xfrm>
            <a:off x="9074952" y="3228105"/>
            <a:ext cx="40075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</a:t>
            </a:r>
          </a:p>
        </p:txBody>
      </p:sp>
      <p:cxnSp>
        <p:nvCxnSpPr>
          <p:cNvPr id="128" name="꺾인 연결선 127"/>
          <p:cNvCxnSpPr/>
          <p:nvPr/>
        </p:nvCxnSpPr>
        <p:spPr>
          <a:xfrm rot="5400000" flipH="1" flipV="1">
            <a:off x="1533728" y="2027893"/>
            <a:ext cx="754202" cy="407446"/>
          </a:xfrm>
          <a:prstGeom prst="bentConnector3">
            <a:avLst>
              <a:gd name="adj1" fmla="val -139"/>
            </a:avLst>
          </a:prstGeom>
          <a:ln w="12700">
            <a:solidFill>
              <a:srgbClr val="FF0000"/>
            </a:solidFill>
            <a:prstDash val="sysDot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5841422" y="4708389"/>
            <a:ext cx="1008000" cy="498022"/>
          </a:xfrm>
          <a:prstGeom prst="rect">
            <a:avLst/>
          </a:prstGeom>
          <a:solidFill>
            <a:schemeClr val="bg1"/>
          </a:solidFill>
          <a:ln w="12700"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36625" eaLnBrk="1" hangingPunct="1"/>
            <a:r>
              <a:rPr lang="en-US" altLang="ko-KR" sz="1000" b="1" i="0" dirty="0">
                <a:solidFill>
                  <a:srgbClr val="000000"/>
                </a:solidFill>
                <a:latin typeface="+mn-ea"/>
              </a:rPr>
              <a:t>OOOOO</a:t>
            </a:r>
            <a:endParaRPr lang="ko-KR" altLang="en-US" sz="10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29768" y="1642188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①</a:t>
            </a:r>
            <a:endParaRPr lang="ko-KR" altLang="en-US" sz="1050" b="1" i="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991535" y="1370932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②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747347" y="2594995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③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606611" y="1703315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⑤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924723" y="2594995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⑨</a:t>
            </a:r>
          </a:p>
        </p:txBody>
      </p:sp>
      <p:graphicFrame>
        <p:nvGraphicFramePr>
          <p:cNvPr id="153" name="개체 1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670820"/>
              </p:ext>
            </p:extLst>
          </p:nvPr>
        </p:nvGraphicFramePr>
        <p:xfrm>
          <a:off x="3263369" y="1481453"/>
          <a:ext cx="2968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Visio" r:id="rId9" imgW="741807" imgH="947725" progId="">
                  <p:embed/>
                </p:oleObj>
              </mc:Choice>
              <mc:Fallback>
                <p:oleObj name="Visio" r:id="rId9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369" y="1481453"/>
                        <a:ext cx="29686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" name="TextBox 153"/>
          <p:cNvSpPr txBox="1"/>
          <p:nvPr/>
        </p:nvSpPr>
        <p:spPr>
          <a:xfrm>
            <a:off x="3455445" y="1512792"/>
            <a:ext cx="844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buClr>
                <a:srgbClr val="000000"/>
              </a:buClr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  <a:ea typeface="+mn-ea"/>
              </a:rPr>
              <a:t>OOO  WEB</a:t>
            </a:r>
          </a:p>
          <a:p>
            <a:pPr algn="ctr" eaLnBrk="1" hangingPunct="1">
              <a:buClr>
                <a:srgbClr val="000000"/>
              </a:buClr>
            </a:pP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600" b="1" i="0" dirty="0">
                <a:solidFill>
                  <a:srgbClr val="FF0000"/>
                </a:solidFill>
                <a:latin typeface="+mn-ea"/>
                <a:ea typeface="+mn-ea"/>
              </a:rPr>
              <a:t>서버 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Active O</a:t>
            </a:r>
            <a:r>
              <a:rPr lang="ko-KR" altLang="en-US" sz="600" b="1" i="0" dirty="0">
                <a:solidFill>
                  <a:srgbClr val="FF0000"/>
                </a:solidFill>
                <a:latin typeface="+mn-ea"/>
                <a:ea typeface="+mn-ea"/>
              </a:rPr>
              <a:t>대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ko-KR" altLang="en-US" sz="8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155" name="개체 1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0713737"/>
              </p:ext>
            </p:extLst>
          </p:nvPr>
        </p:nvGraphicFramePr>
        <p:xfrm>
          <a:off x="4317743" y="1481453"/>
          <a:ext cx="2968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Visio" r:id="rId10" imgW="741807" imgH="947725" progId="">
                  <p:embed/>
                </p:oleObj>
              </mc:Choice>
              <mc:Fallback>
                <p:oleObj name="Visio" r:id="rId10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7743" y="1481453"/>
                        <a:ext cx="29686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" name="TextBox 155"/>
          <p:cNvSpPr txBox="1"/>
          <p:nvPr/>
        </p:nvSpPr>
        <p:spPr>
          <a:xfrm>
            <a:off x="4509819" y="1510371"/>
            <a:ext cx="11416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Clr>
                <a:srgbClr val="000000"/>
              </a:buClr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  <a:ea typeface="+mn-ea"/>
              </a:rPr>
              <a:t>OOOOO WEB</a:t>
            </a:r>
          </a:p>
          <a:p>
            <a:pPr eaLnBrk="1" hangingPunct="1">
              <a:buClr>
                <a:srgbClr val="000000"/>
              </a:buClr>
            </a:pP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700" b="1" i="0" dirty="0">
                <a:solidFill>
                  <a:srgbClr val="FF0000"/>
                </a:solidFill>
                <a:latin typeface="+mn-ea"/>
                <a:ea typeface="+mn-ea"/>
              </a:rPr>
              <a:t>서버 </a:t>
            </a: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Active O</a:t>
            </a:r>
            <a:r>
              <a:rPr lang="ko-KR" altLang="en-US" sz="700" b="1" i="0" dirty="0">
                <a:solidFill>
                  <a:srgbClr val="FF0000"/>
                </a:solidFill>
                <a:latin typeface="+mn-ea"/>
                <a:ea typeface="+mn-ea"/>
              </a:rPr>
              <a:t>대</a:t>
            </a: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en-US" altLang="ko-KR" sz="800" b="1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57" name="개체 1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359944"/>
              </p:ext>
            </p:extLst>
          </p:nvPr>
        </p:nvGraphicFramePr>
        <p:xfrm>
          <a:off x="3263369" y="2114135"/>
          <a:ext cx="2968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Visio" r:id="rId11" imgW="741807" imgH="947725" progId="">
                  <p:embed/>
                </p:oleObj>
              </mc:Choice>
              <mc:Fallback>
                <p:oleObj name="Visio" r:id="rId11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369" y="2114135"/>
                        <a:ext cx="29686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" name="TextBox 157"/>
          <p:cNvSpPr txBox="1"/>
          <p:nvPr/>
        </p:nvSpPr>
        <p:spPr>
          <a:xfrm>
            <a:off x="3455445" y="2145474"/>
            <a:ext cx="844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buClr>
                <a:srgbClr val="000000"/>
              </a:buClr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  <a:ea typeface="+mn-ea"/>
              </a:rPr>
              <a:t>OOO  WAS</a:t>
            </a:r>
          </a:p>
          <a:p>
            <a:pPr algn="ctr" eaLnBrk="1" hangingPunct="1">
              <a:buClr>
                <a:srgbClr val="000000"/>
              </a:buClr>
            </a:pP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600" b="1" i="0" dirty="0">
                <a:solidFill>
                  <a:srgbClr val="FF0000"/>
                </a:solidFill>
                <a:latin typeface="+mn-ea"/>
                <a:ea typeface="+mn-ea"/>
              </a:rPr>
              <a:t>서버 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Active</a:t>
            </a:r>
            <a:r>
              <a:rPr lang="ko-KR" altLang="en-US" sz="600" b="1" i="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O</a:t>
            </a:r>
            <a:r>
              <a:rPr lang="ko-KR" altLang="en-US" sz="600" b="1" i="0" dirty="0">
                <a:solidFill>
                  <a:srgbClr val="FF0000"/>
                </a:solidFill>
                <a:latin typeface="+mn-ea"/>
                <a:ea typeface="+mn-ea"/>
              </a:rPr>
              <a:t>대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ko-KR" altLang="en-US" sz="6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159" name="개체 1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673699"/>
              </p:ext>
            </p:extLst>
          </p:nvPr>
        </p:nvGraphicFramePr>
        <p:xfrm>
          <a:off x="4317743" y="2114135"/>
          <a:ext cx="2968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Visio" r:id="rId12" imgW="741807" imgH="947725" progId="">
                  <p:embed/>
                </p:oleObj>
              </mc:Choice>
              <mc:Fallback>
                <p:oleObj name="Visio" r:id="rId12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7743" y="2114135"/>
                        <a:ext cx="29686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" name="TextBox 159"/>
          <p:cNvSpPr txBox="1"/>
          <p:nvPr/>
        </p:nvSpPr>
        <p:spPr>
          <a:xfrm>
            <a:off x="4509819" y="2143053"/>
            <a:ext cx="11416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Clr>
                <a:srgbClr val="000000"/>
              </a:buClr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  <a:ea typeface="+mn-ea"/>
              </a:rPr>
              <a:t>OOOOO WAS</a:t>
            </a:r>
          </a:p>
          <a:p>
            <a:pPr eaLnBrk="1" hangingPunct="1">
              <a:buClr>
                <a:srgbClr val="000000"/>
              </a:buClr>
            </a:pP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700" b="1" i="0" dirty="0">
                <a:solidFill>
                  <a:srgbClr val="FF0000"/>
                </a:solidFill>
                <a:latin typeface="+mn-ea"/>
                <a:ea typeface="+mn-ea"/>
              </a:rPr>
              <a:t>서버 </a:t>
            </a: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Active 0</a:t>
            </a:r>
            <a:r>
              <a:rPr lang="ko-KR" altLang="en-US" sz="700" b="1" i="0" dirty="0">
                <a:solidFill>
                  <a:srgbClr val="FF0000"/>
                </a:solidFill>
                <a:latin typeface="+mn-ea"/>
                <a:ea typeface="+mn-ea"/>
              </a:rPr>
              <a:t>대</a:t>
            </a: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en-US" altLang="ko-KR" sz="800" b="1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61" name="개체 1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409881"/>
              </p:ext>
            </p:extLst>
          </p:nvPr>
        </p:nvGraphicFramePr>
        <p:xfrm>
          <a:off x="5867938" y="1740215"/>
          <a:ext cx="2968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Visio" r:id="rId13" imgW="741807" imgH="947725" progId="">
                  <p:embed/>
                </p:oleObj>
              </mc:Choice>
              <mc:Fallback>
                <p:oleObj name="Visio" r:id="rId13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938" y="1740215"/>
                        <a:ext cx="29686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" name="TextBox 176"/>
          <p:cNvSpPr txBox="1"/>
          <p:nvPr/>
        </p:nvSpPr>
        <p:spPr>
          <a:xfrm>
            <a:off x="6060014" y="1771554"/>
            <a:ext cx="844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buClr>
                <a:srgbClr val="000000"/>
              </a:buClr>
            </a:pPr>
            <a:r>
              <a:rPr lang="en-US" altLang="ko-KR" sz="800" b="1" i="0" dirty="0">
                <a:solidFill>
                  <a:srgbClr val="000000"/>
                </a:solidFill>
                <a:latin typeface="+mn-ea"/>
                <a:ea typeface="+mn-ea"/>
              </a:rPr>
              <a:t>OOO </a:t>
            </a:r>
            <a:r>
              <a:rPr lang="ko-KR" altLang="en-US" sz="800" b="1" i="0" dirty="0">
                <a:solidFill>
                  <a:srgbClr val="000000"/>
                </a:solidFill>
                <a:latin typeface="+mn-ea"/>
                <a:ea typeface="+mn-ea"/>
              </a:rPr>
              <a:t>서버</a:t>
            </a:r>
            <a:endParaRPr lang="en-US" altLang="ko-KR" sz="800" b="1" i="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 eaLnBrk="1" hangingPunct="1">
              <a:buClr>
                <a:srgbClr val="000000"/>
              </a:buClr>
            </a:pP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600" b="1" i="0" dirty="0">
                <a:solidFill>
                  <a:srgbClr val="FF0000"/>
                </a:solidFill>
                <a:latin typeface="+mn-ea"/>
                <a:ea typeface="+mn-ea"/>
              </a:rPr>
              <a:t>서버 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Active 0</a:t>
            </a:r>
            <a:r>
              <a:rPr lang="ko-KR" altLang="en-US" sz="600" b="1" i="0" dirty="0">
                <a:solidFill>
                  <a:srgbClr val="FF0000"/>
                </a:solidFill>
                <a:latin typeface="+mn-ea"/>
                <a:ea typeface="+mn-ea"/>
              </a:rPr>
              <a:t>대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,</a:t>
            </a:r>
          </a:p>
          <a:p>
            <a:pPr algn="ctr" eaLnBrk="1" hangingPunct="1">
              <a:buClr>
                <a:srgbClr val="000000"/>
              </a:buClr>
            </a:pPr>
            <a:r>
              <a:rPr lang="en-US" altLang="ko-KR" sz="600" b="1" i="0" dirty="0" err="1">
                <a:solidFill>
                  <a:srgbClr val="FF0000"/>
                </a:solidFill>
                <a:latin typeface="+mn-ea"/>
                <a:ea typeface="+mn-ea"/>
              </a:rPr>
              <a:t>StandBy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 0</a:t>
            </a:r>
            <a:r>
              <a:rPr lang="ko-KR" altLang="en-US" sz="600" b="1" i="0" dirty="0">
                <a:solidFill>
                  <a:srgbClr val="FF0000"/>
                </a:solidFill>
                <a:latin typeface="+mn-ea"/>
                <a:ea typeface="+mn-ea"/>
              </a:rPr>
              <a:t>대</a:t>
            </a:r>
            <a:r>
              <a:rPr lang="en-US" altLang="ko-KR" sz="600" b="1" i="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ko-KR" altLang="en-US" sz="800" b="1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78" name="개체 1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014754"/>
              </p:ext>
            </p:extLst>
          </p:nvPr>
        </p:nvGraphicFramePr>
        <p:xfrm>
          <a:off x="5867938" y="2667523"/>
          <a:ext cx="2968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Visio" r:id="rId14" imgW="741807" imgH="947725" progId="">
                  <p:embed/>
                </p:oleObj>
              </mc:Choice>
              <mc:Fallback>
                <p:oleObj name="Visio" r:id="rId14" imgW="741807" imgH="9477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938" y="2667523"/>
                        <a:ext cx="29686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" name="TextBox 178"/>
          <p:cNvSpPr txBox="1"/>
          <p:nvPr/>
        </p:nvSpPr>
        <p:spPr>
          <a:xfrm>
            <a:off x="6060014" y="2698862"/>
            <a:ext cx="9122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buClr>
                <a:srgbClr val="000000"/>
              </a:buClr>
            </a:pPr>
            <a:r>
              <a:rPr lang="en-US" altLang="ko-KR" sz="900" b="1" i="0" dirty="0">
                <a:solidFill>
                  <a:srgbClr val="000000"/>
                </a:solidFill>
                <a:latin typeface="+mn-ea"/>
                <a:ea typeface="+mn-ea"/>
              </a:rPr>
              <a:t>OOO </a:t>
            </a:r>
            <a:r>
              <a:rPr lang="ko-KR" altLang="en-US" sz="900" b="1" i="0" dirty="0">
                <a:solidFill>
                  <a:srgbClr val="000000"/>
                </a:solidFill>
                <a:latin typeface="+mn-ea"/>
                <a:ea typeface="+mn-ea"/>
              </a:rPr>
              <a:t>서버</a:t>
            </a:r>
            <a:endParaRPr lang="en-US" altLang="ko-KR" sz="900" b="1" i="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 eaLnBrk="1" hangingPunct="1">
              <a:buClr>
                <a:srgbClr val="000000"/>
              </a:buClr>
            </a:pP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700" b="1" i="0" dirty="0">
                <a:solidFill>
                  <a:srgbClr val="FF0000"/>
                </a:solidFill>
                <a:latin typeface="+mn-ea"/>
                <a:ea typeface="+mn-ea"/>
              </a:rPr>
              <a:t>서버 </a:t>
            </a: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Active</a:t>
            </a:r>
            <a:r>
              <a:rPr lang="ko-KR" altLang="en-US" sz="700" b="1" i="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r>
              <a:rPr lang="ko-KR" altLang="en-US" sz="700" b="1" i="0" dirty="0">
                <a:solidFill>
                  <a:srgbClr val="FF0000"/>
                </a:solidFill>
                <a:latin typeface="+mn-ea"/>
                <a:ea typeface="+mn-ea"/>
              </a:rPr>
              <a:t>대</a:t>
            </a:r>
            <a:r>
              <a:rPr lang="en-US" altLang="ko-KR" sz="700" b="1" i="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ko-KR" altLang="en-US" sz="7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85" name="순서도: 판단 184"/>
          <p:cNvSpPr/>
          <p:nvPr/>
        </p:nvSpPr>
        <p:spPr>
          <a:xfrm>
            <a:off x="4306021" y="4580164"/>
            <a:ext cx="1260000" cy="741317"/>
          </a:xfrm>
          <a:prstGeom prst="flowChartDecision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36625" eaLnBrk="1" hangingPunct="1"/>
            <a:r>
              <a:rPr lang="en-US" altLang="ko-KR" sz="1000" b="1" i="0" dirty="0">
                <a:solidFill>
                  <a:srgbClr val="000000"/>
                </a:solidFill>
                <a:latin typeface="+mn-ea"/>
              </a:rPr>
              <a:t>OOO</a:t>
            </a:r>
            <a:r>
              <a:rPr lang="ko-KR" altLang="en-US" sz="1000" b="1" i="0" dirty="0">
                <a:solidFill>
                  <a:srgbClr val="000000"/>
                </a:solidFill>
                <a:latin typeface="+mn-ea"/>
              </a:rPr>
              <a:t>처리</a:t>
            </a:r>
          </a:p>
        </p:txBody>
      </p:sp>
      <p:sp>
        <p:nvSpPr>
          <p:cNvPr id="187" name="직사각형 186"/>
          <p:cNvSpPr/>
          <p:nvPr/>
        </p:nvSpPr>
        <p:spPr>
          <a:xfrm>
            <a:off x="455818" y="4701812"/>
            <a:ext cx="1008000" cy="498022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36625" eaLnBrk="1" hangingPunct="1"/>
            <a:r>
              <a:rPr lang="en-US" altLang="ko-KR" sz="1000" b="1" i="0" dirty="0">
                <a:solidFill>
                  <a:srgbClr val="000000"/>
                </a:solidFill>
                <a:latin typeface="+mn-ea"/>
              </a:rPr>
              <a:t>OOOOO</a:t>
            </a:r>
            <a:endParaRPr lang="ko-KR" altLang="en-US" sz="10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2249367" y="1147602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④</a:t>
            </a:r>
          </a:p>
        </p:txBody>
      </p:sp>
      <p:sp>
        <p:nvSpPr>
          <p:cNvPr id="200" name="직사각형 199"/>
          <p:cNvSpPr/>
          <p:nvPr/>
        </p:nvSpPr>
        <p:spPr>
          <a:xfrm>
            <a:off x="1739219" y="4701812"/>
            <a:ext cx="1008000" cy="498022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36625" eaLnBrk="1" hangingPunct="1"/>
            <a:r>
              <a:rPr lang="en-US" altLang="ko-KR" sz="1000" b="1" i="0" dirty="0">
                <a:solidFill>
                  <a:srgbClr val="000000"/>
                </a:solidFill>
                <a:latin typeface="+mn-ea"/>
              </a:rPr>
              <a:t>OOOOO</a:t>
            </a:r>
            <a:endParaRPr lang="ko-KR" altLang="en-US" sz="10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01" name="직사각형 200"/>
          <p:cNvSpPr/>
          <p:nvPr/>
        </p:nvSpPr>
        <p:spPr>
          <a:xfrm>
            <a:off x="3022620" y="4701812"/>
            <a:ext cx="1008000" cy="498022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36625" eaLnBrk="1" hangingPunct="1"/>
            <a:r>
              <a:rPr lang="en-US" altLang="ko-KR" sz="1000" b="1" i="0" dirty="0">
                <a:solidFill>
                  <a:srgbClr val="000000"/>
                </a:solidFill>
                <a:latin typeface="+mn-ea"/>
              </a:rPr>
              <a:t>OOOOO</a:t>
            </a:r>
            <a:endParaRPr lang="ko-KR" altLang="en-US" sz="10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1705551" y="5623832"/>
            <a:ext cx="1008000" cy="498022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36625" eaLnBrk="1" hangingPunct="1"/>
            <a:r>
              <a:rPr lang="en-US" altLang="ko-KR" sz="1000" b="1" i="0" spc="-70" dirty="0">
                <a:solidFill>
                  <a:srgbClr val="000000"/>
                </a:solidFill>
                <a:latin typeface="+mn-ea"/>
              </a:rPr>
              <a:t>OOOOO</a:t>
            </a:r>
            <a:endParaRPr lang="ko-KR" altLang="en-US" sz="1000" b="1" i="0" spc="-7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3006973" y="5623832"/>
            <a:ext cx="1008000" cy="498022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36625" eaLnBrk="1" hangingPunct="1"/>
            <a:r>
              <a:rPr lang="en-US" altLang="ko-KR" sz="1000" b="1" i="0" spc="-70" dirty="0">
                <a:solidFill>
                  <a:srgbClr val="000000"/>
                </a:solidFill>
                <a:latin typeface="+mn-ea"/>
              </a:rPr>
              <a:t>OOOOO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597330" y="1642188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⑧</a:t>
            </a:r>
          </a:p>
        </p:txBody>
      </p:sp>
      <p:sp>
        <p:nvSpPr>
          <p:cNvPr id="239" name="직사각형 238"/>
          <p:cNvSpPr/>
          <p:nvPr/>
        </p:nvSpPr>
        <p:spPr>
          <a:xfrm>
            <a:off x="7124823" y="4708389"/>
            <a:ext cx="1008000" cy="498022"/>
          </a:xfrm>
          <a:prstGeom prst="rect">
            <a:avLst/>
          </a:prstGeom>
          <a:solidFill>
            <a:schemeClr val="bg1"/>
          </a:solidFill>
          <a:ln w="12700"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36625" eaLnBrk="1" hangingPunct="1"/>
            <a:r>
              <a:rPr lang="en-US" altLang="ko-KR" sz="1000" b="1" i="0" dirty="0">
                <a:solidFill>
                  <a:srgbClr val="000000"/>
                </a:solidFill>
                <a:latin typeface="+mn-ea"/>
              </a:rPr>
              <a:t>OOOOO</a:t>
            </a:r>
            <a:endParaRPr lang="ko-KR" altLang="en-US" sz="1000" b="1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40" name="직사각형 239"/>
          <p:cNvSpPr/>
          <p:nvPr/>
        </p:nvSpPr>
        <p:spPr>
          <a:xfrm>
            <a:off x="8408225" y="4708389"/>
            <a:ext cx="1008000" cy="498022"/>
          </a:xfrm>
          <a:prstGeom prst="rect">
            <a:avLst/>
          </a:prstGeom>
          <a:solidFill>
            <a:schemeClr val="bg1"/>
          </a:solidFill>
          <a:ln w="12700"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36625" eaLnBrk="1" hangingPunct="1"/>
            <a:r>
              <a:rPr lang="en-US" altLang="ko-KR" sz="1000" b="1" i="0" dirty="0">
                <a:solidFill>
                  <a:srgbClr val="000000"/>
                </a:solidFill>
                <a:latin typeface="+mn-ea"/>
              </a:rPr>
              <a:t>OOOOOO</a:t>
            </a:r>
            <a:endParaRPr lang="ko-KR" altLang="en-US" sz="1000" b="1" i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4" name="직선 화살표 연결선 23"/>
          <p:cNvCxnSpPr>
            <a:stCxn id="187" idx="3"/>
            <a:endCxn id="200" idx="1"/>
          </p:cNvCxnSpPr>
          <p:nvPr/>
        </p:nvCxnSpPr>
        <p:spPr>
          <a:xfrm>
            <a:off x="1463818" y="4950823"/>
            <a:ext cx="275401" cy="0"/>
          </a:xfrm>
          <a:prstGeom prst="straightConnector1">
            <a:avLst/>
          </a:prstGeom>
          <a:ln w="12700">
            <a:solidFill>
              <a:srgbClr val="0070C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화살표 연결선 241"/>
          <p:cNvCxnSpPr>
            <a:stCxn id="200" idx="3"/>
            <a:endCxn id="201" idx="1"/>
          </p:cNvCxnSpPr>
          <p:nvPr/>
        </p:nvCxnSpPr>
        <p:spPr>
          <a:xfrm>
            <a:off x="2747219" y="4950823"/>
            <a:ext cx="275401" cy="0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직선 화살표 연결선 242"/>
          <p:cNvCxnSpPr>
            <a:stCxn id="201" idx="3"/>
            <a:endCxn id="185" idx="1"/>
          </p:cNvCxnSpPr>
          <p:nvPr/>
        </p:nvCxnSpPr>
        <p:spPr>
          <a:xfrm>
            <a:off x="4030620" y="4950823"/>
            <a:ext cx="275401" cy="0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직선 화살표 연결선 243"/>
          <p:cNvCxnSpPr>
            <a:stCxn id="185" idx="3"/>
            <a:endCxn id="135" idx="1"/>
          </p:cNvCxnSpPr>
          <p:nvPr/>
        </p:nvCxnSpPr>
        <p:spPr>
          <a:xfrm>
            <a:off x="5566021" y="4950823"/>
            <a:ext cx="275401" cy="6577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화살표 연결선 244"/>
          <p:cNvCxnSpPr>
            <a:stCxn id="135" idx="3"/>
            <a:endCxn id="239" idx="1"/>
          </p:cNvCxnSpPr>
          <p:nvPr/>
        </p:nvCxnSpPr>
        <p:spPr>
          <a:xfrm>
            <a:off x="6849422" y="4957400"/>
            <a:ext cx="275401" cy="0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화살표 연결선 245"/>
          <p:cNvCxnSpPr>
            <a:stCxn id="239" idx="3"/>
            <a:endCxn id="240" idx="1"/>
          </p:cNvCxnSpPr>
          <p:nvPr/>
        </p:nvCxnSpPr>
        <p:spPr>
          <a:xfrm>
            <a:off x="8132823" y="4957400"/>
            <a:ext cx="275402" cy="0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stCxn id="240" idx="3"/>
          </p:cNvCxnSpPr>
          <p:nvPr/>
        </p:nvCxnSpPr>
        <p:spPr>
          <a:xfrm flipH="1">
            <a:off x="4936021" y="4957400"/>
            <a:ext cx="4480204" cy="915443"/>
          </a:xfrm>
          <a:prstGeom prst="bentConnector3">
            <a:avLst>
              <a:gd name="adj1" fmla="val -2834"/>
            </a:avLst>
          </a:prstGeom>
          <a:ln w="127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꺾인 연결선 247"/>
          <p:cNvCxnSpPr>
            <a:stCxn id="185" idx="2"/>
          </p:cNvCxnSpPr>
          <p:nvPr/>
        </p:nvCxnSpPr>
        <p:spPr>
          <a:xfrm rot="5400000">
            <a:off x="4192000" y="5128822"/>
            <a:ext cx="551362" cy="936680"/>
          </a:xfrm>
          <a:prstGeom prst="bentConnector2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직선 화살표 연결선 248"/>
          <p:cNvCxnSpPr>
            <a:stCxn id="204" idx="1"/>
            <a:endCxn id="202" idx="3"/>
          </p:cNvCxnSpPr>
          <p:nvPr/>
        </p:nvCxnSpPr>
        <p:spPr>
          <a:xfrm flipH="1">
            <a:off x="2713551" y="5872843"/>
            <a:ext cx="293422" cy="0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1601518" y="4053840"/>
            <a:ext cx="0" cy="2175510"/>
          </a:xfrm>
          <a:prstGeom prst="line">
            <a:avLst/>
          </a:prstGeom>
          <a:ln w="127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/>
          <p:cNvCxnSpPr/>
          <p:nvPr/>
        </p:nvCxnSpPr>
        <p:spPr>
          <a:xfrm>
            <a:off x="5668059" y="4053840"/>
            <a:ext cx="0" cy="2175510"/>
          </a:xfrm>
          <a:prstGeom prst="line">
            <a:avLst/>
          </a:prstGeom>
          <a:ln w="127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1" name="그룹 250"/>
          <p:cNvGrpSpPr/>
          <p:nvPr/>
        </p:nvGrpSpPr>
        <p:grpSpPr>
          <a:xfrm>
            <a:off x="455800" y="4198620"/>
            <a:ext cx="978072" cy="214866"/>
            <a:chOff x="729755" y="2866150"/>
            <a:chExt cx="289623" cy="3406026"/>
          </a:xfrm>
        </p:grpSpPr>
        <p:sp>
          <p:nvSpPr>
            <p:cNvPr id="252" name="타원 387"/>
            <p:cNvSpPr/>
            <p:nvPr/>
          </p:nvSpPr>
          <p:spPr bwMode="auto">
            <a:xfrm rot="5400000" flipH="1" flipV="1">
              <a:off x="-828548" y="4424453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FF0000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736235" y="3088155"/>
              <a:ext cx="283143" cy="29273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>
                  <a:solidFill>
                    <a:srgbClr val="000000"/>
                  </a:solidFill>
                  <a:latin typeface="+mn-ea"/>
                  <a:ea typeface="+mn-ea"/>
                </a:rPr>
                <a:t>End - User</a:t>
              </a:r>
            </a:p>
          </p:txBody>
        </p:sp>
      </p:grpSp>
      <p:grpSp>
        <p:nvGrpSpPr>
          <p:cNvPr id="254" name="그룹 253"/>
          <p:cNvGrpSpPr/>
          <p:nvPr/>
        </p:nvGrpSpPr>
        <p:grpSpPr>
          <a:xfrm>
            <a:off x="1739230" y="4198620"/>
            <a:ext cx="1840222" cy="214866"/>
            <a:chOff x="729755" y="2866152"/>
            <a:chExt cx="289419" cy="3406026"/>
          </a:xfrm>
        </p:grpSpPr>
        <p:sp>
          <p:nvSpPr>
            <p:cNvPr id="255" name="타원 387"/>
            <p:cNvSpPr/>
            <p:nvPr/>
          </p:nvSpPr>
          <p:spPr bwMode="auto">
            <a:xfrm rot="5400000" flipH="1" flipV="1">
              <a:off x="-828548" y="4424455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5983DC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56" name="직사각형 255"/>
            <p:cNvSpPr/>
            <p:nvPr/>
          </p:nvSpPr>
          <p:spPr>
            <a:xfrm>
              <a:off x="749832" y="3105499"/>
              <a:ext cx="249266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>
                  <a:solidFill>
                    <a:srgbClr val="000000"/>
                  </a:solidFill>
                  <a:latin typeface="+mn-ea"/>
                  <a:ea typeface="+mn-ea"/>
                </a:rPr>
                <a:t>OOO</a:t>
              </a:r>
              <a:r>
                <a:rPr lang="ko-KR" altLang="en-US" sz="1200" b="1" i="0" dirty="0">
                  <a:solidFill>
                    <a:srgbClr val="000000"/>
                  </a:solidFill>
                  <a:latin typeface="+mn-ea"/>
                  <a:ea typeface="+mn-ea"/>
                </a:rPr>
                <a:t>시스템</a:t>
              </a:r>
              <a:endParaRPr lang="en-US" altLang="ko-KR" sz="1200" b="1" i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57" name="그룹 256"/>
          <p:cNvGrpSpPr/>
          <p:nvPr/>
        </p:nvGrpSpPr>
        <p:grpSpPr>
          <a:xfrm>
            <a:off x="5841422" y="4198620"/>
            <a:ext cx="1840222" cy="214866"/>
            <a:chOff x="729755" y="2866152"/>
            <a:chExt cx="289419" cy="3406026"/>
          </a:xfrm>
        </p:grpSpPr>
        <p:sp>
          <p:nvSpPr>
            <p:cNvPr id="258" name="타원 387"/>
            <p:cNvSpPr/>
            <p:nvPr/>
          </p:nvSpPr>
          <p:spPr bwMode="auto">
            <a:xfrm rot="5400000" flipH="1" flipV="1">
              <a:off x="-828548" y="4424455"/>
              <a:ext cx="3406026" cy="2894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5400" cap="flat" cmpd="sng" algn="ctr">
              <a:solidFill>
                <a:srgbClr val="FFC000"/>
              </a:solidFill>
              <a:prstDash val="solid"/>
            </a:ln>
            <a:effectLst>
              <a:innerShdw blurRad="38100" dist="25400" dir="13500000">
                <a:prstClr val="black">
                  <a:alpha val="30000"/>
                </a:prstClr>
              </a:innerShdw>
            </a:effectLst>
          </p:spPr>
          <p:txBody>
            <a:bodyPr lIns="0" tIns="0" rIns="0" bIns="0" anchor="ctr"/>
            <a:lstStyle/>
            <a:p>
              <a:pPr algn="ctr" eaLnBrk="1" hangingPunct="1"/>
              <a:endParaRPr lang="ko-KR" altLang="en-US" sz="1000" i="0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04" name="직사각형 303"/>
            <p:cNvSpPr/>
            <p:nvPr/>
          </p:nvSpPr>
          <p:spPr>
            <a:xfrm>
              <a:off x="749832" y="3105499"/>
              <a:ext cx="249266" cy="2927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ts val="128"/>
                </a:spcBef>
                <a:defRPr/>
              </a:pPr>
              <a:r>
                <a:rPr lang="en-US" altLang="ko-KR" sz="1200" b="1" i="0" dirty="0">
                  <a:solidFill>
                    <a:srgbClr val="000000"/>
                  </a:solidFill>
                  <a:latin typeface="+mn-ea"/>
                  <a:ea typeface="+mn-ea"/>
                </a:rPr>
                <a:t>OOOO </a:t>
              </a:r>
              <a:r>
                <a:rPr lang="ko-KR" altLang="en-US" sz="1200" b="1" i="0" dirty="0">
                  <a:solidFill>
                    <a:srgbClr val="000000"/>
                  </a:solidFill>
                  <a:latin typeface="+mn-ea"/>
                  <a:ea typeface="+mn-ea"/>
                </a:rPr>
                <a:t>시스템</a:t>
              </a:r>
              <a:endParaRPr lang="en-US" altLang="ko-KR" sz="1200" b="1" i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17" name="그룹 316"/>
          <p:cNvGrpSpPr/>
          <p:nvPr/>
        </p:nvGrpSpPr>
        <p:grpSpPr>
          <a:xfrm>
            <a:off x="3015476" y="1158744"/>
            <a:ext cx="871559" cy="216000"/>
            <a:chOff x="2973566" y="1153029"/>
            <a:chExt cx="871559" cy="216000"/>
          </a:xfrm>
        </p:grpSpPr>
        <p:sp>
          <p:nvSpPr>
            <p:cNvPr id="318" name="직사각형 102"/>
            <p:cNvSpPr>
              <a:spLocks noChangeArrowheads="1"/>
            </p:cNvSpPr>
            <p:nvPr/>
          </p:nvSpPr>
          <p:spPr bwMode="auto">
            <a:xfrm>
              <a:off x="3248808" y="1209158"/>
              <a:ext cx="596317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36625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366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1" i="0" dirty="0">
                  <a:solidFill>
                    <a:srgbClr val="365792"/>
                  </a:solidFill>
                  <a:latin typeface="+mn-ea"/>
                  <a:ea typeface="+mn-ea"/>
                </a:rPr>
                <a:t>OOOOOO</a:t>
              </a:r>
            </a:p>
          </p:txBody>
        </p:sp>
        <p:sp>
          <p:nvSpPr>
            <p:cNvPr id="319" name="직사각형 110"/>
            <p:cNvSpPr>
              <a:spLocks noChangeArrowheads="1"/>
            </p:cNvSpPr>
            <p:nvPr/>
          </p:nvSpPr>
          <p:spPr bwMode="auto">
            <a:xfrm>
              <a:off x="3184640" y="1154083"/>
              <a:ext cx="252006" cy="3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endParaRPr lang="ko-KR" altLang="ko-KR" sz="1000" i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20" name="직사각형 319"/>
            <p:cNvSpPr/>
            <p:nvPr/>
          </p:nvSpPr>
          <p:spPr bwMode="auto">
            <a:xfrm>
              <a:off x="2973566" y="1153029"/>
              <a:ext cx="216000" cy="216000"/>
            </a:xfrm>
            <a:prstGeom prst="rect">
              <a:avLst/>
            </a:prstGeom>
            <a:solidFill>
              <a:srgbClr val="578DD5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/>
              <a:r>
                <a:rPr lang="en-US" altLang="ko-KR" sz="1000" b="1" i="0" dirty="0">
                  <a:solidFill>
                    <a:srgbClr val="FFFFFF"/>
                  </a:solidFill>
                  <a:latin typeface="+mn-ea"/>
                </a:rPr>
                <a:t>1</a:t>
              </a:r>
              <a:endParaRPr lang="ko-KR" altLang="en-US" sz="1000" b="1" i="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322" name="직사각형 102"/>
          <p:cNvSpPr>
            <a:spLocks noChangeArrowheads="1"/>
          </p:cNvSpPr>
          <p:nvPr/>
        </p:nvSpPr>
        <p:spPr bwMode="auto">
          <a:xfrm>
            <a:off x="322152" y="3846273"/>
            <a:ext cx="111133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93662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662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662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662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662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6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6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6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6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1" hangingPunct="1"/>
            <a:r>
              <a:rPr lang="ko-KR" altLang="en-US" sz="1200" b="1" i="0" dirty="0">
                <a:solidFill>
                  <a:srgbClr val="000000"/>
                </a:solidFill>
                <a:latin typeface="+mn-ea"/>
                <a:ea typeface="+mn-ea"/>
              </a:rPr>
              <a:t>■ </a:t>
            </a:r>
            <a:r>
              <a:rPr lang="en-US" altLang="ko-KR" sz="1200" b="1" i="0" dirty="0">
                <a:solidFill>
                  <a:srgbClr val="000000"/>
                </a:solidFill>
                <a:latin typeface="+mn-ea"/>
                <a:ea typeface="+mn-ea"/>
              </a:rPr>
              <a:t>Work - Flow</a:t>
            </a:r>
            <a:endParaRPr lang="ko-KR" altLang="en-US" sz="1200" b="1" i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cxnSp>
        <p:nvCxnSpPr>
          <p:cNvPr id="6" name="꺾인 연결선 5"/>
          <p:cNvCxnSpPr>
            <a:stCxn id="202" idx="1"/>
            <a:endCxn id="187" idx="2"/>
          </p:cNvCxnSpPr>
          <p:nvPr/>
        </p:nvCxnSpPr>
        <p:spPr>
          <a:xfrm rot="10800000">
            <a:off x="959819" y="5199835"/>
            <a:ext cx="745733" cy="673009"/>
          </a:xfrm>
          <a:prstGeom prst="bentConnector2">
            <a:avLst/>
          </a:prstGeom>
          <a:ln w="12700">
            <a:solidFill>
              <a:srgbClr val="0070C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855450" y="5921109"/>
            <a:ext cx="4809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34822" y="5015587"/>
            <a:ext cx="57708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Y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974775" y="5349133"/>
            <a:ext cx="179045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72200" y="4658198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①</a:t>
            </a:r>
            <a:endParaRPr lang="ko-KR" altLang="en-US" sz="1050" b="1" i="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642265" y="4640945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②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925808" y="4659707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③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85846" y="4530122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④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761709" y="4655523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⑤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995282" y="4636441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⑥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134918" y="1814421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⑥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322040" y="1814421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⑦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311404" y="4633982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⑦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901999" y="5591340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⑧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604526" y="5562658"/>
            <a:ext cx="29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1" hangingPunct="1"/>
            <a:r>
              <a:rPr lang="ko-KR" altLang="en-US" sz="1200" b="1" i="0" dirty="0">
                <a:solidFill>
                  <a:srgbClr val="0070C0"/>
                </a:solidFill>
                <a:latin typeface="+mn-ea"/>
                <a:ea typeface="+mn-ea"/>
              </a:rPr>
              <a:t>⑨</a:t>
            </a:r>
          </a:p>
        </p:txBody>
      </p:sp>
      <p:sp>
        <p:nvSpPr>
          <p:cNvPr id="132" name="타원 131"/>
          <p:cNvSpPr/>
          <p:nvPr/>
        </p:nvSpPr>
        <p:spPr>
          <a:xfrm>
            <a:off x="3366016" y="1474390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1-1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33" name="타원 132"/>
          <p:cNvSpPr/>
          <p:nvPr/>
        </p:nvSpPr>
        <p:spPr>
          <a:xfrm>
            <a:off x="4445269" y="1474390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1-2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34" name="타원 133"/>
          <p:cNvSpPr/>
          <p:nvPr/>
        </p:nvSpPr>
        <p:spPr>
          <a:xfrm>
            <a:off x="3402836" y="2136888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1-3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37" name="타원 136"/>
          <p:cNvSpPr/>
          <p:nvPr/>
        </p:nvSpPr>
        <p:spPr>
          <a:xfrm>
            <a:off x="4445268" y="2136888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1-4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38" name="타원 137"/>
          <p:cNvSpPr/>
          <p:nvPr/>
        </p:nvSpPr>
        <p:spPr>
          <a:xfrm>
            <a:off x="6011608" y="1740249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1-5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39" name="타원 138"/>
          <p:cNvSpPr/>
          <p:nvPr/>
        </p:nvSpPr>
        <p:spPr>
          <a:xfrm>
            <a:off x="5967373" y="2692042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1-6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40" name="타원 139"/>
          <p:cNvSpPr/>
          <p:nvPr/>
        </p:nvSpPr>
        <p:spPr>
          <a:xfrm>
            <a:off x="3413755" y="2862446"/>
            <a:ext cx="176619" cy="114266"/>
          </a:xfrm>
          <a:prstGeom prst="ellipse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i="0" spc="-100" dirty="0">
                <a:solidFill>
                  <a:srgbClr val="FFFFFF"/>
                </a:solidFill>
                <a:latin typeface="+mn-ea"/>
              </a:rPr>
              <a:t>1-7</a:t>
            </a:r>
            <a:endParaRPr lang="ko-KR" altLang="en-US" sz="800" i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72" name="폭발 1 171"/>
          <p:cNvSpPr/>
          <p:nvPr/>
        </p:nvSpPr>
        <p:spPr>
          <a:xfrm>
            <a:off x="7569643" y="1486834"/>
            <a:ext cx="330942" cy="253415"/>
          </a:xfrm>
          <a:prstGeom prst="irregularSeal1">
            <a:avLst/>
          </a:prstGeom>
          <a:solidFill>
            <a:srgbClr val="FFCC00"/>
          </a:solidFill>
          <a:ln w="12700">
            <a:solidFill>
              <a:srgbClr val="33993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latinLnBrk="1" hangingPunct="1"/>
            <a:r>
              <a:rPr lang="en-US" altLang="ko-KR" sz="8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W1</a:t>
            </a:r>
            <a:endParaRPr lang="ko-KR" altLang="en-US" sz="800" b="1" i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pic>
        <p:nvPicPr>
          <p:cNvPr id="141" name="Picture 5" descr="http://ifresco.co.uk/uploads/1332309327features_graphics_hero20090303.png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 l="18360" r="17921"/>
          <a:stretch>
            <a:fillRect/>
          </a:stretch>
        </p:blipFill>
        <p:spPr bwMode="auto">
          <a:xfrm>
            <a:off x="589169" y="2071154"/>
            <a:ext cx="545884" cy="360000"/>
          </a:xfrm>
          <a:prstGeom prst="rect">
            <a:avLst/>
          </a:prstGeom>
          <a:noFill/>
        </p:spPr>
      </p:pic>
      <p:pic>
        <p:nvPicPr>
          <p:cNvPr id="142" name="Picture 5" descr="http://ifresco.co.uk/uploads/1332309327features_graphics_hero20090303.png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 l="18360" r="17921"/>
          <a:stretch>
            <a:fillRect/>
          </a:stretch>
        </p:blipFill>
        <p:spPr bwMode="auto">
          <a:xfrm>
            <a:off x="582508" y="2578031"/>
            <a:ext cx="545884" cy="360000"/>
          </a:xfrm>
          <a:prstGeom prst="rect">
            <a:avLst/>
          </a:prstGeom>
          <a:noFill/>
        </p:spPr>
      </p:pic>
      <p:sp>
        <p:nvSpPr>
          <p:cNvPr id="143" name="TextBox 142"/>
          <p:cNvSpPr txBox="1"/>
          <p:nvPr/>
        </p:nvSpPr>
        <p:spPr>
          <a:xfrm>
            <a:off x="1198244" y="2708320"/>
            <a:ext cx="40075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OOOOO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98244" y="2154503"/>
            <a:ext cx="160300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200"/>
              </a:spcBef>
              <a:defRPr kumimoji="1" sz="1000">
                <a:solidFill>
                  <a:srgbClr val="000000"/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altLang="ko-KR" sz="800" i="0" dirty="0">
                <a:latin typeface="+mn-ea"/>
                <a:ea typeface="+mn-ea"/>
              </a:rPr>
              <a:t>OO</a:t>
            </a:r>
          </a:p>
        </p:txBody>
      </p:sp>
    </p:spTree>
    <p:extLst>
      <p:ext uri="{BB962C8B-B14F-4D97-AF65-F5344CB8AC3E}">
        <p14:creationId xmlns:p14="http://schemas.microsoft.com/office/powerpoint/2010/main" val="1756418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CA59AA1F-AED7-4512-B267-E1DB62455BC8}" type="slidenum"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9</a:t>
            </a:fld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381000" y="1160463"/>
            <a:ext cx="9109075" cy="5435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2730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작성지침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l"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  <a:endParaRPr lang="ko-KR" altLang="en-US" sz="16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비즈니스 관점의 시스템 구성도 와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H/W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관점의 인프라 구성도 및 연계 시스템과의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Work Flow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도식적으로 작성한다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vl="1" algn="l" eaLnBrk="1" hangingPunct="1">
              <a:lnSpc>
                <a:spcPct val="140000"/>
              </a:lnSpc>
            </a:pPr>
            <a:endParaRPr lang="en-US" altLang="ko-KR" sz="10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en-US" altLang="ko-KR" sz="16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항목 설명</a:t>
            </a:r>
          </a:p>
          <a:p>
            <a:pPr marL="501650" lvl="1" indent="-228600" algn="l" eaLnBrk="1" hangingPunct="1">
              <a:lnSpc>
                <a:spcPct val="140000"/>
              </a:lnSpc>
              <a:buAutoNum type="arabicPeriod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구성도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End-User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시스템에 접속하는 사용자의 채널을 식별하여 누락 없이 작성한다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 기능 요구사항에서 식별된 사용자 채널을 명시한다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시스템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 시스템 구성도를 작성하되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시스템명을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상단에 표시하고 시스템 별 서버 배치 구성을 작성한다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외부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Interface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구축 대상 시스템과 인터페이스 되는 시스템을 작성한다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501650" lvl="1" indent="-228600" algn="l" eaLnBrk="1" hangingPunct="1">
              <a:lnSpc>
                <a:spcPct val="140000"/>
              </a:lnSpc>
              <a:buAutoNum type="arabicPeriod" startAt="2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인프라 구성도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Client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시스템에 접속하는 </a:t>
            </a:r>
            <a:r>
              <a:rPr lang="ko-KR" altLang="en-US" sz="1000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사용자별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채널을 구성한다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시스템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영역별로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H/W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배치 구성을 작성한다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서버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SAN, Storage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구성도 포함하며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H/W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 및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N/W Bandwidth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 표시한다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H/W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배치 구성은 서버의 벤더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모델사양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), CPU, Memory,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도입일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OS/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버전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백업구성을 작성한다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세부 구성도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00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시스템별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배치 구성도를 도식적으로 상세히 작성하고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외부 인터페이스 방향과 인터페이스 대표 항목을 작성한다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501650" lvl="1" indent="-228600" algn="l" eaLnBrk="1" hangingPunct="1">
              <a:lnSpc>
                <a:spcPct val="140000"/>
              </a:lnSpc>
              <a:buAutoNum type="arabicPeriod" startAt="4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구성도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비즈니스 관점의 데이터 흐름을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Work-Flow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도식화하여 작성한다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01650" lvl="1" indent="-228600" algn="l" eaLnBrk="1" hangingPunct="1">
              <a:lnSpc>
                <a:spcPct val="140000"/>
              </a:lnSpc>
              <a:buAutoNum type="arabicPeriod"/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r>
              <a:rPr lang="en-US" altLang="ko-KR" sz="1000" i="0">
                <a:latin typeface="굴림" panose="020B0600000101010101" pitchFamily="50" charset="-127"/>
              </a:rPr>
              <a:t>- </a:t>
            </a:r>
            <a:fld id="{A48F661F-6702-4C69-BC1D-99B18C709D8A}" type="slidenum">
              <a:rPr lang="en-US" altLang="ko-KR" sz="1000" i="0">
                <a:latin typeface="굴림" panose="020B0600000101010101" pitchFamily="50" charset="-127"/>
              </a:rPr>
              <a:pPr/>
              <a:t>10</a:t>
            </a:fld>
            <a:r>
              <a:rPr lang="en-US" altLang="ko-KR" sz="1000" i="0">
                <a:latin typeface="굴림" panose="020B0600000101010101" pitchFamily="50" charset="-127"/>
              </a:rPr>
              <a:t> -</a:t>
            </a: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381000" y="1160463"/>
            <a:ext cx="9109075" cy="3250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2730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작성지침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](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en-US" altLang="ko-KR" sz="16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입력물</a:t>
            </a:r>
            <a:endParaRPr lang="ko-KR" altLang="en-US" sz="16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회의록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비기능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요구사항 정의서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현행시스템 구성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endParaRPr lang="ko-KR" altLang="en-US" sz="10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40000"/>
              </a:lnSpc>
            </a:pPr>
            <a:endParaRPr lang="ko-KR" altLang="en-US" sz="18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70000"/>
              </a:lnSpc>
            </a:pP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ko-KR" altLang="en-US" sz="16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관련 도구 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기법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인터뷰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MS Visio</a:t>
            </a:r>
          </a:p>
          <a:p>
            <a:pPr lvl="1" algn="l" eaLnBrk="1" hangingPunct="1">
              <a:lnSpc>
                <a:spcPct val="140000"/>
              </a:lnSpc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en-US" altLang="ko-KR" sz="16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지침 및 고려사항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현행 업무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Flow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대한 문서가 있으면 현행 업무 문서 양식으로 작성된 내용을 삽입하여 처리할 수 있다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울릉도L"/>
        <a:ea typeface="HY울릉도L"/>
        <a:cs typeface=""/>
      </a:majorFont>
      <a:minorFont>
        <a:latin typeface="HY울릉도L"/>
        <a:ea typeface="HY울릉도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rgbClr val="0070C0"/>
          </a:solidFill>
          <a:prstDash val="sysDot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rgbClr val="0070C0"/>
          </a:solidFill>
          <a:prstDash val="sysDot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rgbClr val="0070C0"/>
          </a:solidFill>
          <a:prstDash val="sysDot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rgbClr val="0070C0"/>
          </a:solidFill>
          <a:prstDash val="sysDot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울릉도L"/>
        <a:ea typeface="HY울릉도L"/>
        <a:cs typeface=""/>
      </a:majorFont>
      <a:minorFont>
        <a:latin typeface="HY울릉도L"/>
        <a:ea typeface="HY울릉도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13259</TotalTime>
  <Words>1124</Words>
  <Application>Microsoft Office PowerPoint</Application>
  <PresentationFormat>A4 용지(210x297mm)</PresentationFormat>
  <Paragraphs>578</Paragraphs>
  <Slides>10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6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6" baseType="lpstr">
      <vt:lpstr>CJ ONLYONE Medium</vt:lpstr>
      <vt:lpstr>HY울릉도L</vt:lpstr>
      <vt:lpstr>가는둥근제목체</vt:lpstr>
      <vt:lpstr>굴림</vt:lpstr>
      <vt:lpstr>맑은 고딕</vt:lpstr>
      <vt:lpstr>Arial</vt:lpstr>
      <vt:lpstr>Lucida Sans Unicode</vt:lpstr>
      <vt:lpstr>Verdana</vt:lpstr>
      <vt:lpstr>Wingdings</vt:lpstr>
      <vt:lpstr>기본 디자인</vt:lpstr>
      <vt:lpstr>디자인 사용자 지정</vt:lpstr>
      <vt:lpstr>1_디자인 사용자 지정</vt:lpstr>
      <vt:lpstr>2_디자인 사용자 지정</vt:lpstr>
      <vt:lpstr>3_디자인 사용자 지정</vt:lpstr>
      <vt:lpstr>1_기본 디자인</vt:lpstr>
      <vt:lpstr>Visio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CJ올리브네트웍스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시스템체계도</dc:title>
  <dc:subject>CJAG-Plan-AG04</dc:subject>
  <dc:creator>품질보증팀</dc:creator>
  <cp:keywords>2020-01-10</cp:keywords>
  <dc:description>CJ올리브네트웍스의 사전승인 없이 본 내용의 전부 또는 일부에 대한 복사, 전재, 배포, 사용을 금합니다.</dc:description>
  <cp:lastModifiedBy>서정만님 </cp:lastModifiedBy>
  <cp:revision>621</cp:revision>
  <dcterms:created xsi:type="dcterms:W3CDTF">2003-10-30T11:11:21Z</dcterms:created>
  <dcterms:modified xsi:type="dcterms:W3CDTF">2025-03-24T06:01:19Z</dcterms:modified>
  <cp:category>V1.2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DRClass">
    <vt:lpwstr/>
  </property>
  <property fmtid="{D5CDD505-2E9C-101B-9397-08002B2CF9AE}" pid="3" name="FDRSet">
    <vt:lpwstr/>
  </property>
</Properties>
</file>