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"/>
  </p:notesMasterIdLst>
  <p:sldIdLst>
    <p:sldId id="446" r:id="rId2"/>
    <p:sldId id="807" r:id="rId3"/>
    <p:sldId id="803" r:id="rId4"/>
    <p:sldId id="804" r:id="rId5"/>
    <p:sldId id="805" r:id="rId6"/>
    <p:sldId id="806" r:id="rId7"/>
    <p:sldId id="799" r:id="rId8"/>
  </p:sldIdLst>
  <p:sldSz cx="9906000" cy="6858000" type="A4"/>
  <p:notesSz cx="7010400" cy="9296400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i="1" kern="1200">
        <a:solidFill>
          <a:schemeClr val="tx1"/>
        </a:solidFill>
        <a:latin typeface="Verdana" pitchFamily="34" charset="0"/>
        <a:ea typeface="굴림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i="1" kern="1200">
        <a:solidFill>
          <a:schemeClr val="tx1"/>
        </a:solidFill>
        <a:latin typeface="Verdana" pitchFamily="34" charset="0"/>
        <a:ea typeface="굴림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i="1" kern="1200">
        <a:solidFill>
          <a:schemeClr val="tx1"/>
        </a:solidFill>
        <a:latin typeface="Verdana" pitchFamily="34" charset="0"/>
        <a:ea typeface="굴림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i="1" kern="1200">
        <a:solidFill>
          <a:schemeClr val="tx1"/>
        </a:solidFill>
        <a:latin typeface="Verdana" pitchFamily="34" charset="0"/>
        <a:ea typeface="굴림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i="1" kern="1200">
        <a:solidFill>
          <a:schemeClr val="tx1"/>
        </a:solidFill>
        <a:latin typeface="Verdana" pitchFamily="34" charset="0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2400" i="1" kern="1200">
        <a:solidFill>
          <a:schemeClr val="tx1"/>
        </a:solidFill>
        <a:latin typeface="Verdana" pitchFamily="34" charset="0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2400" i="1" kern="1200">
        <a:solidFill>
          <a:schemeClr val="tx1"/>
        </a:solidFill>
        <a:latin typeface="Verdana" pitchFamily="34" charset="0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2400" i="1" kern="1200">
        <a:solidFill>
          <a:schemeClr val="tx1"/>
        </a:solidFill>
        <a:latin typeface="Verdana" pitchFamily="34" charset="0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2400" i="1" kern="1200">
        <a:solidFill>
          <a:schemeClr val="tx1"/>
        </a:solidFill>
        <a:latin typeface="Verdana" pitchFamily="34" charset="0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91">
          <p15:clr>
            <a:srgbClr val="A4A3A4"/>
          </p15:clr>
        </p15:guide>
        <p15:guide id="2" orient="horz" pos="65">
          <p15:clr>
            <a:srgbClr val="A4A3A4"/>
          </p15:clr>
        </p15:guide>
        <p15:guide id="3" orient="horz" pos="349">
          <p15:clr>
            <a:srgbClr val="A4A3A4"/>
          </p15:clr>
        </p15:guide>
        <p15:guide id="4" pos="1673">
          <p15:clr>
            <a:srgbClr val="A4A3A4"/>
          </p15:clr>
        </p15:guide>
        <p15:guide id="5" pos="120">
          <p15:clr>
            <a:srgbClr val="A4A3A4"/>
          </p15:clr>
        </p15:guide>
        <p15:guide id="6" pos="6003">
          <p15:clr>
            <a:srgbClr val="A4A3A4"/>
          </p15:clr>
        </p15:guide>
        <p15:guide id="7" pos="3120" userDrawn="1">
          <p15:clr>
            <a:srgbClr val="A4A3A4"/>
          </p15:clr>
        </p15:guide>
        <p15:guide id="8" pos="6117">
          <p15:clr>
            <a:srgbClr val="A4A3A4"/>
          </p15:clr>
        </p15:guide>
        <p15:guide id="9" pos="23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  <a:srgbClr val="FFFF66"/>
    <a:srgbClr val="FF0000"/>
    <a:srgbClr val="CC3300"/>
    <a:srgbClr val="808000"/>
    <a:srgbClr val="003399"/>
    <a:srgbClr val="000099"/>
    <a:srgbClr val="FFFF00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583" autoAdjust="0"/>
    <p:restoredTop sz="94941" autoAdjust="0"/>
  </p:normalViewPr>
  <p:slideViewPr>
    <p:cSldViewPr snapToGrid="0">
      <p:cViewPr varScale="1">
        <p:scale>
          <a:sx n="114" d="100"/>
          <a:sy n="114" d="100"/>
        </p:scale>
        <p:origin x="972" y="102"/>
      </p:cViewPr>
      <p:guideLst>
        <p:guide orient="horz" pos="591"/>
        <p:guide orient="horz" pos="65"/>
        <p:guide orient="horz" pos="349"/>
        <p:guide pos="1673"/>
        <p:guide pos="120"/>
        <p:guide pos="6003"/>
        <p:guide pos="3120"/>
        <p:guide pos="6117"/>
        <p:guide pos="23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-2634" y="-108"/>
      </p:cViewPr>
      <p:guideLst>
        <p:guide orient="horz" pos="2928"/>
        <p:guide pos="2208"/>
      </p:guideLst>
    </p:cSldViewPr>
  </p:notesViewPr>
  <p:gridSpacing cx="90012" cy="90012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 i="0">
                <a:latin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i="0">
                <a:latin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87425" y="696913"/>
            <a:ext cx="503555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4838"/>
            <a:ext cx="5140325" cy="418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 i="0">
                <a:latin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i="0">
                <a:latin typeface="굴림" pitchFamily="50" charset="-127"/>
              </a:defRPr>
            </a:lvl1pPr>
          </a:lstStyle>
          <a:p>
            <a:fld id="{878FA219-BB66-4632-92FD-EB254C447F5C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8783637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8FA219-BB66-4632-92FD-EB254C447F5C}" type="slidenum">
              <a:rPr lang="en-US" altLang="ko-KR" smtClean="0"/>
              <a:pPr/>
              <a:t>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879795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36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364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9CE88B7-F1FA-47E0-A5B8-4D19ACFC7520}" type="slidenum">
              <a:rPr lang="en-US" altLang="ko-KR" smtClean="0"/>
              <a:pPr/>
              <a:t>7</a:t>
            </a:fld>
            <a:endParaRPr lang="en-US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8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608388"/>
            <a:ext cx="9906000" cy="3249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Box 80"/>
          <p:cNvSpPr txBox="1">
            <a:spLocks noChangeArrowheads="1"/>
          </p:cNvSpPr>
          <p:nvPr userDrawn="1"/>
        </p:nvSpPr>
        <p:spPr bwMode="auto">
          <a:xfrm>
            <a:off x="1989138" y="6356350"/>
            <a:ext cx="5927725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CJ</a:t>
            </a:r>
            <a:r>
              <a:rPr lang="ko-KR" altLang="en-US" sz="900" i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올리브네트웍스의</a:t>
            </a:r>
            <a:r>
              <a:rPr lang="ko-KR" altLang="en-US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사전 승인 없이 본 내용의 전부 또는 일부에 대한 복사</a:t>
            </a:r>
            <a:r>
              <a:rPr lang="en-US" altLang="ko-KR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전재</a:t>
            </a:r>
            <a:r>
              <a:rPr lang="en-US" altLang="ko-KR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배포</a:t>
            </a:r>
            <a:r>
              <a:rPr lang="en-US" altLang="ko-KR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사용을 금합니다</a:t>
            </a:r>
            <a:r>
              <a:rPr lang="en-US" altLang="ko-KR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en-US" altLang="ko-KR" sz="900" b="1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 Box 81"/>
          <p:cNvSpPr txBox="1">
            <a:spLocks noChangeArrowheads="1"/>
          </p:cNvSpPr>
          <p:nvPr userDrawn="1"/>
        </p:nvSpPr>
        <p:spPr bwMode="auto">
          <a:xfrm>
            <a:off x="92075" y="260350"/>
            <a:ext cx="2971800" cy="3429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pPr algn="l" eaLnBrk="1" hangingPunct="1"/>
            <a:r>
              <a:rPr lang="ko-KR" altLang="en-US" sz="1400" i="0" dirty="0">
                <a:solidFill>
                  <a:srgbClr val="8080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문서번호 </a:t>
            </a:r>
            <a:r>
              <a:rPr lang="en-US" altLang="ko-KR" sz="1400" i="0" dirty="0">
                <a:solidFill>
                  <a:srgbClr val="8080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SSTS-AG02</a:t>
            </a:r>
            <a:endParaRPr lang="en-US" altLang="ko-KR" sz="1400" b="1" i="0" dirty="0">
              <a:solidFill>
                <a:srgbClr val="FCFDD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Group 1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317611"/>
              </p:ext>
            </p:extLst>
          </p:nvPr>
        </p:nvGraphicFramePr>
        <p:xfrm>
          <a:off x="7437438" y="620713"/>
          <a:ext cx="2239962" cy="612774"/>
        </p:xfrm>
        <a:graphic>
          <a:graphicData uri="http://schemas.openxmlformats.org/drawingml/2006/table">
            <a:tbl>
              <a:tblPr/>
              <a:tblGrid>
                <a:gridCol w="982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42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Version</a:t>
                      </a:r>
                    </a:p>
                  </a:txBody>
                  <a:tcPr marL="90000" marR="90000" marT="10778" marB="10778" anchor="ctr" horzOverflow="overflow">
                    <a:lnL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V1.0</a:t>
                      </a:r>
                    </a:p>
                  </a:txBody>
                  <a:tcPr marL="90000" marR="90000" marT="10778" marB="10778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2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개정일자</a:t>
                      </a:r>
                    </a:p>
                  </a:txBody>
                  <a:tcPr marL="90000" marR="90000" marT="10778" marB="10778" anchor="ctr" horzOverflow="overflow">
                    <a:lnL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2025-03-21</a:t>
                      </a:r>
                    </a:p>
                  </a:txBody>
                  <a:tcPr marL="90000" marR="90000" marT="10778" marB="10778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42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90000" marR="90000" marT="10778" marB="10778" anchor="ctr" horzOverflow="overflow">
                    <a:lnL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서정만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000" marR="90000" marT="10778" marB="10778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Group 1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7276440"/>
              </p:ext>
            </p:extLst>
          </p:nvPr>
        </p:nvGraphicFramePr>
        <p:xfrm>
          <a:off x="2468563" y="2276475"/>
          <a:ext cx="6513512" cy="855663"/>
        </p:xfrm>
        <a:graphic>
          <a:graphicData uri="http://schemas.openxmlformats.org/drawingml/2006/table">
            <a:tbl>
              <a:tblPr/>
              <a:tblGrid>
                <a:gridCol w="6513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55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신성통상 차세대 </a:t>
                      </a:r>
                      <a:r>
                        <a:rPr kumimoji="1" lang="en-US" altLang="ko-K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POS </a:t>
                      </a:r>
                      <a:r>
                        <a:rPr kumimoji="1" lang="ko-KR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및 키오스크 구축</a:t>
                      </a:r>
                      <a:endParaRPr kumimoji="1" lang="en-US" altLang="ko-KR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TO-BE </a:t>
                      </a:r>
                      <a:r>
                        <a:rPr kumimoji="1" lang="ko-KR" alt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업무 흐름도</a:t>
                      </a:r>
                    </a:p>
                  </a:txBody>
                  <a:tcPr marL="180000" marR="90000" marT="46803" marB="46803" horzOverflow="overflow">
                    <a:lnL w="762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8" name="그림 1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9050" y="5246690"/>
            <a:ext cx="1636713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 descr="Z:\A.사업관리\A000.표준및정책\A010.프로젝트표준서식\신성통상_로고\신성통상_가로형_국문.png">
            <a:extLst>
              <a:ext uri="{FF2B5EF4-FFF2-40B4-BE49-F238E27FC236}">
                <a16:creationId xmlns:a16="http://schemas.microsoft.com/office/drawing/2014/main" id="{2D67DF09-E7EE-4FE7-A650-C81FBED98104}"/>
              </a:ext>
            </a:extLst>
          </p:cNvPr>
          <p:cNvPicPr/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6815" y="5435155"/>
            <a:ext cx="1555750" cy="228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92967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- </a:t>
            </a:r>
            <a:fld id="{B60A96F6-F9DD-4342-BDC2-08EDD3D0DC79}" type="slidenum">
              <a:rPr lang="en-US" altLang="ko-KR" smtClean="0"/>
              <a:pPr/>
              <a:t>‹#›</a:t>
            </a:fld>
            <a:r>
              <a:rPr lang="en-US" altLang="ko-K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1257846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- </a:t>
            </a:r>
            <a:fld id="{97641A7D-8F0C-4BF3-9EA2-89D5FD40C8B6}" type="slidenum">
              <a:rPr lang="en-US" altLang="ko-KR" smtClean="0"/>
              <a:pPr/>
              <a:t>‹#›</a:t>
            </a:fld>
            <a:r>
              <a:rPr lang="en-US" altLang="ko-KR"/>
              <a:t> -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7591485A-3F9A-4641-AB42-6DB762BF045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46576390"/>
              </p:ext>
            </p:extLst>
          </p:nvPr>
        </p:nvGraphicFramePr>
        <p:xfrm>
          <a:off x="273057" y="1309037"/>
          <a:ext cx="9355415" cy="5015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84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09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541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Process</a:t>
                      </a:r>
                      <a:endParaRPr kumimoji="0" lang="ko-KR" alt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Description</a:t>
                      </a:r>
                      <a:endParaRPr kumimoji="0" lang="ko-KR" alt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98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7800" lvl="0" indent="-177800" algn="l">
                        <a:buFontTx/>
                        <a:buChar char="•"/>
                      </a:pPr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7800" lvl="0" indent="-177800" algn="l">
                        <a:buFontTx/>
                        <a:buChar char="•"/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4B23A2E-7277-43B9-9309-3B5783476F27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742303108"/>
              </p:ext>
            </p:extLst>
          </p:nvPr>
        </p:nvGraphicFramePr>
        <p:xfrm>
          <a:off x="269510" y="947579"/>
          <a:ext cx="9377242" cy="2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2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73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9789">
                  <a:extLst>
                    <a:ext uri="{9D8B030D-6E8A-4147-A177-3AD203B41FA5}">
                      <a16:colId xmlns:a16="http://schemas.microsoft.com/office/drawing/2014/main" val="690553883"/>
                    </a:ext>
                  </a:extLst>
                </a:gridCol>
                <a:gridCol w="2276302">
                  <a:extLst>
                    <a:ext uri="{9D8B030D-6E8A-4147-A177-3AD203B41FA5}">
                      <a16:colId xmlns:a16="http://schemas.microsoft.com/office/drawing/2014/main" val="1036264767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28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01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85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Process</a:t>
                      </a:r>
                      <a:endParaRPr kumimoji="0" lang="ko-KR" alt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ko-KR" alt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Process Description</a:t>
                      </a:r>
                      <a:endParaRPr kumimoji="0" lang="ko-KR" alt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ko-KR" alt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BackLog</a:t>
                      </a:r>
                      <a:r>
                        <a:rPr kumimoji="0" lang="en-US" altLang="ko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 ID</a:t>
                      </a:r>
                      <a:endParaRPr kumimoji="0" lang="ko-KR" alt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ko-KR" alt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작성일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ko-KR" alt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F44D610-1314-48E8-8E34-70A3A73272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8238" y="980727"/>
            <a:ext cx="939944" cy="216000"/>
          </a:xfrm>
          <a:prstGeom prst="rect">
            <a:avLst/>
          </a:prstGeom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Wingdings" pitchFamily="2" charset="2"/>
              <a:buNone/>
              <a:tabLst/>
              <a:defRPr sz="10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ko-KR" sz="1000" b="1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PID-1000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32A96564-08C3-4802-B6B5-4919B83CFE5A}"/>
              </a:ext>
            </a:extLst>
          </p:cNvPr>
          <p:cNvSpPr txBox="1">
            <a:spLocks/>
          </p:cNvSpPr>
          <p:nvPr userDrawn="1"/>
        </p:nvSpPr>
        <p:spPr>
          <a:xfrm>
            <a:off x="3524596" y="980727"/>
            <a:ext cx="2277687" cy="216000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Wingdings" pitchFamily="2" charset="2"/>
              <a:buNone/>
              <a:tabLst/>
              <a:defRPr kumimoji="1" sz="1000" b="1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2"/>
                </a:solidFill>
                <a:latin typeface="HY울릉도L" pitchFamily="18" charset="-127"/>
                <a:ea typeface="HY울릉도L" pitchFamily="18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2"/>
                </a:solidFill>
                <a:latin typeface="HY울릉도L" pitchFamily="18" charset="-127"/>
                <a:ea typeface="HY울릉도L" pitchFamily="18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2"/>
                </a:solidFill>
                <a:latin typeface="HY울릉도L" pitchFamily="18" charset="-127"/>
                <a:ea typeface="HY울릉도L" pitchFamily="18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2"/>
                </a:solidFill>
                <a:latin typeface="HY울릉도L" pitchFamily="18" charset="-127"/>
                <a:ea typeface="HY울릉도L" pitchFamily="18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2"/>
                </a:solidFill>
                <a:latin typeface="HY울릉도L" pitchFamily="18" charset="-127"/>
                <a:ea typeface="HY울릉도L" pitchFamily="18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2"/>
                </a:solidFill>
                <a:latin typeface="HY울릉도L" pitchFamily="18" charset="-127"/>
                <a:ea typeface="HY울릉도L" pitchFamily="18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2"/>
                </a:solidFill>
                <a:latin typeface="HY울릉도L" pitchFamily="18" charset="-127"/>
                <a:ea typeface="HY울릉도L" pitchFamily="18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2"/>
                </a:solidFill>
                <a:latin typeface="HY울릉도L" pitchFamily="18" charset="-127"/>
                <a:ea typeface="HY울릉도L" pitchFamily="18" charset="-127"/>
              </a:defRPr>
            </a:lvl9pPr>
          </a:lstStyle>
          <a:p>
            <a:pPr>
              <a:defRPr/>
            </a:pPr>
            <a:endParaRPr kumimoji="0" lang="ko-KR" altLang="en-US" b="1" i="0" kern="0" dirty="0">
              <a:solidFill>
                <a:prstClr val="black"/>
              </a:solidFill>
            </a:endParaRP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8A7D7D2F-9E95-4ED6-985C-43A5C1D9D4D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24596" y="980727"/>
            <a:ext cx="2277686" cy="216000"/>
          </a:xfrm>
          <a:prstGeom prst="rect">
            <a:avLst/>
          </a:prstGeom>
          <a:effectLst/>
        </p:spPr>
        <p:txBody>
          <a:bodyPr anchor="ctr"/>
          <a:lstStyle>
            <a:lvl1pPr algn="l">
              <a:defRPr kumimoji="0" lang="ko-KR" altLang="en-US" sz="1000" b="1" kern="0" dirty="0">
                <a:solidFill>
                  <a:prstClr val="black"/>
                </a:solidFill>
                <a:effectLst/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Wingdings" pitchFamily="2" charset="2"/>
              <a:buNone/>
              <a:tabLst/>
              <a:defRPr/>
            </a:pPr>
            <a:r>
              <a:rPr lang="ko-KR" altLang="en-US" dirty="0"/>
              <a:t>로그인</a:t>
            </a:r>
          </a:p>
        </p:txBody>
      </p:sp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C57CDC82-AAE0-4A71-9D7D-2F37B2D9CD7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86113" y="980727"/>
            <a:ext cx="1110978" cy="216000"/>
          </a:xfrm>
          <a:prstGeom prst="rect">
            <a:avLst/>
          </a:prstGeom>
        </p:spPr>
        <p:txBody>
          <a:bodyPr lIns="0"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Wingdings" pitchFamily="2" charset="2"/>
              <a:buNone/>
              <a:tabLst/>
              <a:defRPr kumimoji="0" lang="ko-KR" altLang="en-US" sz="1000" b="1" kern="0">
                <a:solidFill>
                  <a:prstClr val="black"/>
                </a:solidFill>
                <a:effectLst/>
                <a:latin typeface="맑은 고딕" pitchFamily="50" charset="-127"/>
                <a:ea typeface="맑은 고딕" pitchFamily="50" charset="-127"/>
                <a:cs typeface="+mj-cs"/>
              </a:defRPr>
            </a:lvl1pPr>
            <a:lvl5pPr marL="0" indent="0" algn="l">
              <a:buNone/>
              <a:defRPr kumimoji="0" lang="ko-KR" altLang="en-US" sz="1000" b="1" kern="0" dirty="0">
                <a:solidFill>
                  <a:prstClr val="black"/>
                </a:solidFill>
                <a:effectLst/>
                <a:latin typeface="맑은 고딕" pitchFamily="50" charset="-127"/>
                <a:ea typeface="맑은 고딕" pitchFamily="50" charset="-127"/>
                <a:cs typeface="+mj-cs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BSR-POS-021</a:t>
            </a:r>
            <a:endParaRPr lang="ko-KR" altLang="en-US" dirty="0"/>
          </a:p>
        </p:txBody>
      </p:sp>
      <p:sp>
        <p:nvSpPr>
          <p:cNvPr id="18" name="텍스트 개체 틀 17">
            <a:extLst>
              <a:ext uri="{FF2B5EF4-FFF2-40B4-BE49-F238E27FC236}">
                <a16:creationId xmlns:a16="http://schemas.microsoft.com/office/drawing/2014/main" id="{CEC61F36-A80B-4E4D-8C85-181326FF8B1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26945" y="980727"/>
            <a:ext cx="893214" cy="216000"/>
          </a:xfrm>
          <a:prstGeom prst="rect">
            <a:avLst/>
          </a:prstGeom>
          <a:effectLst/>
        </p:spPr>
        <p:txBody>
          <a:bodyPr anchor="ctr"/>
          <a:lstStyle>
            <a:lvl1pPr algn="ctr">
              <a:defRPr kumimoji="0" lang="ko-KR" altLang="en-US" sz="1000" b="1" kern="0" dirty="0">
                <a:solidFill>
                  <a:prstClr val="black"/>
                </a:solidFill>
                <a:effectLst/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altLang="ko-KR" dirty="0"/>
              <a:t>2025-04-01</a:t>
            </a:r>
            <a:endParaRPr lang="ko-KR" altLang="en-US" dirty="0"/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226F54F9-8E13-4FD2-A5F3-D648E0C198A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82444" y="1638300"/>
            <a:ext cx="2537806" cy="4686300"/>
          </a:xfrm>
          <a:prstGeom prst="rect">
            <a:avLst/>
          </a:prstGeom>
          <a:effectLst/>
        </p:spPr>
        <p:txBody>
          <a:bodyPr/>
          <a:lstStyle>
            <a:lvl1pPr>
              <a:defRPr kumimoji="0" lang="ko-KR" altLang="en-US" sz="1000" b="1" i="0" u="none" strike="noStrike" kern="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>
              <a:defRPr kumimoji="0" lang="ko-KR" altLang="en-US" sz="1000" b="1" i="0" u="none" strike="noStrike" kern="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j-cs"/>
              </a:defRPr>
            </a:lvl2pPr>
            <a:lvl3pPr>
              <a:defRPr kumimoji="0" lang="ko-KR" altLang="en-US" sz="1000" b="1" i="0" u="none" strike="noStrike" kern="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j-cs"/>
              </a:defRPr>
            </a:lvl3pPr>
            <a:lvl4pPr>
              <a:defRPr kumimoji="0" lang="ko-KR" altLang="en-US" sz="1000" b="1" i="0" u="none" strike="noStrike" kern="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j-cs"/>
              </a:defRPr>
            </a:lvl4pPr>
            <a:lvl5pPr>
              <a:defRPr kumimoji="0" lang="ko-KR" altLang="en-US" sz="1000" b="1" i="0" u="none" strike="noStrike" kern="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j-cs"/>
              </a:defRPr>
            </a:lvl5pPr>
          </a:lstStyle>
          <a:p>
            <a:pPr lvl="0"/>
            <a:r>
              <a:rPr lang="en-US" altLang="ko-KR" dirty="0"/>
              <a:t>Task</a:t>
            </a:r>
            <a:r>
              <a:rPr lang="ko-KR" altLang="en-US" dirty="0"/>
              <a:t>별 설명</a:t>
            </a:r>
          </a:p>
        </p:txBody>
      </p:sp>
    </p:spTree>
    <p:extLst>
      <p:ext uri="{BB962C8B-B14F-4D97-AF65-F5344CB8AC3E}">
        <p14:creationId xmlns:p14="http://schemas.microsoft.com/office/powerpoint/2010/main" val="3598550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45"/>
          <p:cNvSpPr>
            <a:spLocks noChangeShapeType="1"/>
          </p:cNvSpPr>
          <p:nvPr userDrawn="1"/>
        </p:nvSpPr>
        <p:spPr bwMode="auto">
          <a:xfrm>
            <a:off x="267487" y="6389688"/>
            <a:ext cx="9360000" cy="0"/>
          </a:xfrm>
          <a:prstGeom prst="line">
            <a:avLst/>
          </a:prstGeom>
          <a:noFill/>
          <a:ln w="19050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0" name="Rectangle 4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341813" y="6438900"/>
            <a:ext cx="1223962" cy="319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000" i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- </a:t>
            </a:r>
            <a:fld id="{9E705A0D-5CE3-4938-A537-B255CFE2E368}" type="slidenum">
              <a:rPr lang="en-US" altLang="ko-KR" smtClean="0"/>
              <a:pPr/>
              <a:t>‹#›</a:t>
            </a:fld>
            <a:r>
              <a:rPr lang="en-US" altLang="ko-KR"/>
              <a:t> -</a:t>
            </a:r>
            <a:endParaRPr lang="en-US" altLang="ko-KR" dirty="0"/>
          </a:p>
        </p:txBody>
      </p:sp>
      <p:graphicFrame>
        <p:nvGraphicFramePr>
          <p:cNvPr id="1260" name="Group 2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0802121"/>
              </p:ext>
            </p:extLst>
          </p:nvPr>
        </p:nvGraphicFramePr>
        <p:xfrm>
          <a:off x="267288" y="203200"/>
          <a:ext cx="9360000" cy="679450"/>
        </p:xfrm>
        <a:graphic>
          <a:graphicData uri="http://schemas.openxmlformats.org/drawingml/2006/table">
            <a:tbl>
              <a:tblPr/>
              <a:tblGrid>
                <a:gridCol w="9955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1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83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30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25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488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90908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54" marB="45754" anchor="ctr" horzOverflow="overflow">
                    <a:lnL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700338" algn="ctr"/>
                          <a:tab pos="5400675" algn="r"/>
                        </a:tabLst>
                      </a:pPr>
                      <a:r>
                        <a:rPr kumimoji="1" lang="en-US" altLang="ko-K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TO-BE </a:t>
                      </a:r>
                      <a:r>
                        <a:rPr kumimoji="1" lang="ko-KR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업무흐름도</a:t>
                      </a:r>
                      <a:endParaRPr kumimoji="1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54" marB="45754" anchor="ctr" horzOverflow="overflow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700338" algn="ctr"/>
                          <a:tab pos="5400675" algn="r"/>
                        </a:tabLst>
                      </a:pPr>
                      <a:endParaRPr kumimoji="1" lang="ko-KR" altLang="ko-KR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54" marB="45754" horzOverflow="overflow">
                    <a:lnL>
                      <a:noFill/>
                    </a:lnL>
                    <a:lnR w="285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54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700338" algn="ctr"/>
                          <a:tab pos="5400675" algn="r"/>
                        </a:tabLst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SSTS-AG02</a:t>
                      </a:r>
                      <a:endParaRPr kumimoji="1" lang="en-US" altLang="ko-KR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000" marR="90000" marT="18014" marB="18014" anchor="ctr" horzOverflow="overflow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700338" algn="ctr"/>
                          <a:tab pos="5400675" algn="r"/>
                        </a:tabLst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V1.0</a:t>
                      </a:r>
                      <a:endParaRPr kumimoji="1" lang="en-US" altLang="ko-KR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000" marR="90000" marT="18014" marB="18014" anchor="ctr" horzOverflow="overflow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700338" algn="ctr"/>
                          <a:tab pos="5400675" algn="r"/>
                        </a:tabLst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2025-03-20</a:t>
                      </a:r>
                      <a:endParaRPr kumimoji="1" lang="en-US" altLang="ko-KR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000" marR="90000" marT="18014" marB="18014" anchor="ctr" horzOverflow="overflow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700338" algn="ctr"/>
                          <a:tab pos="5400675" algn="r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서정만</a:t>
                      </a:r>
                      <a:endParaRPr kumimoji="1" lang="ko-KR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000" marR="90000" marT="18014" marB="18014" anchor="ctr" horzOverflow="overflow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48" name="Text Box 90"/>
          <p:cNvSpPr txBox="1">
            <a:spLocks noChangeArrowheads="1"/>
          </p:cNvSpPr>
          <p:nvPr userDrawn="1"/>
        </p:nvSpPr>
        <p:spPr bwMode="auto">
          <a:xfrm>
            <a:off x="5723224" y="268288"/>
            <a:ext cx="373034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ko-KR" altLang="en-US" sz="1000" b="1" i="0" dirty="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신성통상 차세대 </a:t>
            </a:r>
            <a:r>
              <a:rPr lang="en-US" altLang="ko-KR" sz="1000" b="1" i="0" dirty="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POS </a:t>
            </a:r>
            <a:r>
              <a:rPr lang="ko-KR" altLang="en-US" sz="1000" b="1" i="0" dirty="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및 키오스크 구축 프로젝트</a:t>
            </a:r>
          </a:p>
        </p:txBody>
      </p:sp>
      <p:pic>
        <p:nvPicPr>
          <p:cNvPr id="1049" name="그림 1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188" y="361950"/>
            <a:ext cx="9842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 descr="Z:\A.사업관리\A000.표준및정책\A010.프로젝트표준서식\신성통상_로고\신성통상_가로형_국문.png">
            <a:extLst>
              <a:ext uri="{FF2B5EF4-FFF2-40B4-BE49-F238E27FC236}">
                <a16:creationId xmlns:a16="http://schemas.microsoft.com/office/drawing/2014/main" id="{70EE37A7-2722-4C5B-B034-B37E17086624}"/>
              </a:ext>
            </a:extLst>
          </p:cNvPr>
          <p:cNvPicPr/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58566" y="6525285"/>
            <a:ext cx="868722" cy="12885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692" r:id="rId2"/>
    <p:sldLayoutId id="2147483693" r:id="rId3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HY울릉도L" pitchFamily="18" charset="-127"/>
          <a:ea typeface="HY울릉도L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HY울릉도L" pitchFamily="18" charset="-127"/>
          <a:ea typeface="HY울릉도L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HY울릉도L" pitchFamily="18" charset="-127"/>
          <a:ea typeface="HY울릉도L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HY울릉도L" pitchFamily="18" charset="-127"/>
          <a:ea typeface="HY울릉도L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HY울릉도L" pitchFamily="18" charset="-127"/>
          <a:ea typeface="HY울릉도L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HY울릉도L" pitchFamily="18" charset="-127"/>
          <a:ea typeface="HY울릉도L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HY울릉도L" pitchFamily="18" charset="-127"/>
          <a:ea typeface="HY울릉도L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HY울릉도L" pitchFamily="18" charset="-127"/>
          <a:ea typeface="HY울릉도L" pitchFamily="18" charset="-127"/>
        </a:defRPr>
      </a:lvl9pPr>
    </p:titleStyle>
    <p:bodyStyle>
      <a:lvl1pPr marL="92075" indent="-92075" algn="l" rtl="0" eaLnBrk="0" fontAlgn="base" latinLnBrk="1" hangingPunct="0">
        <a:spcBef>
          <a:spcPct val="20000"/>
        </a:spcBef>
        <a:spcAft>
          <a:spcPct val="0"/>
        </a:spcAft>
        <a:buFont typeface="Wingdings" pitchFamily="2" charset="2"/>
        <a:defRPr kumimoji="1" sz="1200" b="1">
          <a:solidFill>
            <a:srgbClr val="006666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377825" indent="-95250" algn="l" rtl="0" eaLnBrk="0" fontAlgn="base" latinLnBrk="1" hangingPunct="0">
        <a:spcBef>
          <a:spcPct val="20000"/>
        </a:spcBef>
        <a:spcAft>
          <a:spcPct val="0"/>
        </a:spcAft>
        <a:buFont typeface="Wingdings" pitchFamily="2" charset="2"/>
        <a:buChar char="q"/>
        <a:defRPr kumimoji="1" sz="1600">
          <a:solidFill>
            <a:schemeClr val="tx1"/>
          </a:solidFill>
          <a:latin typeface="+mn-lt"/>
          <a:ea typeface="+mn-ea"/>
        </a:defRPr>
      </a:lvl2pPr>
      <a:lvl3pPr marL="665163" indent="-90488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400">
          <a:solidFill>
            <a:schemeClr val="tx1"/>
          </a:solidFill>
          <a:latin typeface="+mn-lt"/>
          <a:ea typeface="+mn-ea"/>
        </a:defRPr>
      </a:lvl3pPr>
      <a:lvl4pPr marL="952500" indent="-92075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200">
          <a:solidFill>
            <a:schemeClr val="tx1"/>
          </a:solidFill>
          <a:latin typeface="+mn-lt"/>
          <a:ea typeface="+mn-ea"/>
        </a:defRPr>
      </a:lvl4pPr>
      <a:lvl5pPr marL="1239838" indent="-92075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+mn-lt"/>
          <a:ea typeface="+mn-ea"/>
        </a:defRPr>
      </a:lvl5pPr>
      <a:lvl6pPr marL="1697038" indent="-92075" algn="l" rtl="0" fontAlgn="base" latinLnBrk="1">
        <a:spcBef>
          <a:spcPct val="2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+mn-lt"/>
          <a:ea typeface="+mn-ea"/>
        </a:defRPr>
      </a:lvl6pPr>
      <a:lvl7pPr marL="2154238" indent="-92075" algn="l" rtl="0" fontAlgn="base" latinLnBrk="1">
        <a:spcBef>
          <a:spcPct val="2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+mn-lt"/>
          <a:ea typeface="+mn-ea"/>
        </a:defRPr>
      </a:lvl7pPr>
      <a:lvl8pPr marL="2611438" indent="-92075" algn="l" rtl="0" fontAlgn="base" latinLnBrk="1">
        <a:spcBef>
          <a:spcPct val="2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+mn-lt"/>
          <a:ea typeface="+mn-ea"/>
        </a:defRPr>
      </a:lvl8pPr>
      <a:lvl9pPr marL="3068638" indent="-92075" algn="l" rtl="0" fontAlgn="base" latinLnBrk="1">
        <a:spcBef>
          <a:spcPct val="2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C97528C-8636-4F37-9985-2F642A42C8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ko-KR"/>
              <a:t>- </a:t>
            </a:r>
            <a:fld id="{B60A96F6-F9DD-4342-BDC2-08EDD3D0DC79}" type="slidenum">
              <a:rPr lang="en-US" altLang="ko-KR" smtClean="0"/>
              <a:pPr/>
              <a:t>2</a:t>
            </a:fld>
            <a:r>
              <a:rPr lang="en-US" altLang="ko-KR"/>
              <a:t> -</a:t>
            </a:r>
          </a:p>
        </p:txBody>
      </p:sp>
      <p:graphicFrame>
        <p:nvGraphicFramePr>
          <p:cNvPr id="4" name="Group 394">
            <a:extLst>
              <a:ext uri="{FF2B5EF4-FFF2-40B4-BE49-F238E27FC236}">
                <a16:creationId xmlns:a16="http://schemas.microsoft.com/office/drawing/2014/main" id="{5458890D-7E4D-4F5B-90D7-C57B5D05CB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1286276"/>
              </p:ext>
            </p:extLst>
          </p:nvPr>
        </p:nvGraphicFramePr>
        <p:xfrm>
          <a:off x="392113" y="1665288"/>
          <a:ext cx="9132887" cy="4066215"/>
        </p:xfrm>
        <a:graphic>
          <a:graphicData uri="http://schemas.openxmlformats.org/drawingml/2006/table">
            <a:tbl>
              <a:tblPr/>
              <a:tblGrid>
                <a:gridCol w="7254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14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30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105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51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70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58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버전</a:t>
                      </a: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개정일자</a:t>
                      </a: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  <a:hlinkClick r:id="" action="ppaction://noaction"/>
                        </a:rPr>
                        <a:t>[1]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개정사유</a:t>
                      </a: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  <a:hlinkClick r:id="" action="ppaction://noaction"/>
                        </a:rPr>
                        <a:t>[2]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개정내역</a:t>
                      </a: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</a:t>
                      </a: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925">
                <a:tc>
                  <a:txBody>
                    <a:bodyPr/>
                    <a:lstStyle/>
                    <a:p>
                      <a:pPr algn="ctr" latinLnBrk="1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1.0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2025-03-20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ko-KR" sz="1000" kern="10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제정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ko-KR" sz="1000" kern="10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최초 제정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ko-KR" sz="1000" kern="10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서정만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ko-KR" sz="1000" kern="100" dirty="0" err="1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오승헌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58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58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58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58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58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58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58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58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58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58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58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58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58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58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5" name="Rectangle 391">
            <a:extLst>
              <a:ext uri="{FF2B5EF4-FFF2-40B4-BE49-F238E27FC236}">
                <a16:creationId xmlns:a16="http://schemas.microsoft.com/office/drawing/2014/main" id="{CF675007-A25A-4466-9ECA-E2F880EAB8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8126" y="1159153"/>
            <a:ext cx="118974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pPr eaLnBrk="1" hangingPunct="1"/>
            <a:r>
              <a:rPr lang="ko-KR" altLang="en-US" sz="18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개정 이력</a:t>
            </a:r>
          </a:p>
        </p:txBody>
      </p:sp>
      <p:sp>
        <p:nvSpPr>
          <p:cNvPr id="6" name="Rectangle 393">
            <a:extLst>
              <a:ext uri="{FF2B5EF4-FFF2-40B4-BE49-F238E27FC236}">
                <a16:creationId xmlns:a16="http://schemas.microsoft.com/office/drawing/2014/main" id="{243A94D8-2818-41DE-B23A-0EF087DEDC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550" y="5890697"/>
            <a:ext cx="45672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pPr algn="l" eaLnBrk="1" hangingPunct="1"/>
            <a:r>
              <a:rPr lang="en-US" altLang="ko-KR" sz="900" i="0" baseline="30000" dirty="0">
                <a:latin typeface="맑은 고딕" panose="020B0503020000020004" pitchFamily="50" charset="-127"/>
                <a:ea typeface="맑은 고딕" panose="020B0503020000020004" pitchFamily="50" charset="-127"/>
                <a:hlinkClick r:id="" action="ppaction://noaction"/>
              </a:rPr>
              <a:t>[1]</a:t>
            </a:r>
            <a:r>
              <a:rPr lang="en-US" altLang="ko-KR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개정 사유</a:t>
            </a:r>
            <a:r>
              <a:rPr lang="en-US" altLang="ko-KR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제정 또는 개정 내용이 이전 문서에 대해 추가</a:t>
            </a:r>
            <a:r>
              <a:rPr lang="en-US" altLang="ko-KR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수정</a:t>
            </a:r>
            <a:r>
              <a:rPr lang="en-US" altLang="ko-KR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삭제인지 선택 기입</a:t>
            </a:r>
          </a:p>
          <a:p>
            <a:pPr algn="l" latinLnBrk="0"/>
            <a:r>
              <a:rPr lang="en-US" altLang="ko-KR" sz="900" i="0" baseline="30000" dirty="0">
                <a:latin typeface="맑은 고딕" panose="020B0503020000020004" pitchFamily="50" charset="-127"/>
                <a:ea typeface="맑은 고딕" panose="020B0503020000020004" pitchFamily="50" charset="-127"/>
                <a:hlinkClick r:id="" action="ppaction://noaction"/>
              </a:rPr>
              <a:t>[2]</a:t>
            </a:r>
            <a:r>
              <a:rPr lang="en-US" altLang="ko-KR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개정 내역</a:t>
            </a:r>
            <a:r>
              <a:rPr lang="en-US" altLang="ko-KR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개정이 발생하는 페이지 번호와 변경 내용을 기술</a:t>
            </a:r>
          </a:p>
        </p:txBody>
      </p:sp>
    </p:spTree>
    <p:extLst>
      <p:ext uri="{BB962C8B-B14F-4D97-AF65-F5344CB8AC3E}">
        <p14:creationId xmlns:p14="http://schemas.microsoft.com/office/powerpoint/2010/main" val="3366222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5977061-4376-4EC5-8B94-9AAE3B8EE9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ko-KR"/>
              <a:t>- </a:t>
            </a:r>
            <a:fld id="{97641A7D-8F0C-4BF3-9EA2-89D5FD40C8B6}" type="slidenum">
              <a:rPr lang="en-US" altLang="ko-KR" smtClean="0"/>
              <a:pPr/>
              <a:t>3</a:t>
            </a:fld>
            <a:r>
              <a:rPr lang="en-US" altLang="ko-KR"/>
              <a:t> -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D43FB69-1859-47BE-B02C-3ED0F62C8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PID-100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B461E5B-B371-416D-9541-466A2FCF090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로그인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EC9B5D6-C7AD-438D-B59D-14CDEBD8A3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BSR-POS-021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C100D776-94E2-47F3-9282-32D58EF70F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2025-04-01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3880EC01-1200-4BA8-90F6-5AA071E784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b="0" dirty="0"/>
              <a:t>① </a:t>
            </a:r>
            <a:r>
              <a:rPr lang="ko-KR" altLang="en-US" b="0" dirty="0"/>
              <a:t>설명</a:t>
            </a:r>
            <a:endParaRPr lang="en-US" altLang="ko-KR" b="0" dirty="0"/>
          </a:p>
          <a:p>
            <a:r>
              <a:rPr lang="en-US" altLang="ko-KR" dirty="0"/>
              <a:t>② </a:t>
            </a:r>
            <a:r>
              <a:rPr lang="ko-KR" altLang="en-US" b="0" dirty="0"/>
              <a:t>설명</a:t>
            </a:r>
            <a:endParaRPr lang="en-US" altLang="ko-KR" dirty="0"/>
          </a:p>
          <a:p>
            <a:r>
              <a:rPr lang="en-US" altLang="ko-KR" dirty="0"/>
              <a:t>③ </a:t>
            </a:r>
            <a:r>
              <a:rPr lang="ko-KR" altLang="en-US" b="0" dirty="0"/>
              <a:t>설명</a:t>
            </a:r>
            <a:endParaRPr lang="en-US" altLang="ko-KR" dirty="0"/>
          </a:p>
          <a:p>
            <a:r>
              <a:rPr lang="en-US" altLang="ko-KR" dirty="0"/>
              <a:t>④</a:t>
            </a:r>
            <a:r>
              <a:rPr lang="en-US" altLang="ko-KR" b="0" dirty="0"/>
              <a:t> </a:t>
            </a:r>
            <a:r>
              <a:rPr lang="ko-KR" altLang="en-US" b="0" dirty="0"/>
              <a:t>설명</a:t>
            </a:r>
            <a:endParaRPr lang="en-US" altLang="ko-KR" dirty="0"/>
          </a:p>
          <a:p>
            <a:r>
              <a:rPr lang="en-US" altLang="ko-KR" dirty="0"/>
              <a:t>⑤</a:t>
            </a:r>
            <a:r>
              <a:rPr lang="en-US" altLang="ko-KR" b="0" dirty="0"/>
              <a:t> </a:t>
            </a:r>
            <a:r>
              <a:rPr lang="ko-KR" altLang="en-US" b="0" dirty="0"/>
              <a:t>설명</a:t>
            </a:r>
            <a:endParaRPr lang="en-US" altLang="ko-KR" dirty="0"/>
          </a:p>
          <a:p>
            <a:r>
              <a:rPr lang="en-US" altLang="ko-KR" dirty="0"/>
              <a:t>⑥</a:t>
            </a:r>
            <a:r>
              <a:rPr lang="en-US" altLang="ko-KR" b="0" dirty="0"/>
              <a:t> </a:t>
            </a:r>
            <a:r>
              <a:rPr lang="ko-KR" altLang="en-US" b="0" dirty="0"/>
              <a:t>설명</a:t>
            </a:r>
            <a:endParaRPr lang="en-US" altLang="ko-KR" dirty="0"/>
          </a:p>
          <a:p>
            <a:r>
              <a:rPr lang="en-US" altLang="ko-KR" dirty="0"/>
              <a:t>⑦</a:t>
            </a:r>
            <a:r>
              <a:rPr lang="en-US" altLang="ko-KR" b="0" dirty="0"/>
              <a:t> </a:t>
            </a:r>
            <a:r>
              <a:rPr lang="ko-KR" altLang="en-US" b="0" dirty="0"/>
              <a:t>설명</a:t>
            </a:r>
            <a:endParaRPr lang="en-US" altLang="ko-KR" b="0" dirty="0"/>
          </a:p>
          <a:p>
            <a:r>
              <a:rPr lang="ko-KR" altLang="ko-KR" b="0" dirty="0"/>
              <a:t>⑧</a:t>
            </a:r>
            <a:endParaRPr lang="en-US" altLang="ko-KR" b="0" dirty="0"/>
          </a:p>
          <a:p>
            <a:r>
              <a:rPr lang="ko-KR" altLang="en-US" b="0" dirty="0"/>
              <a:t>⑨</a:t>
            </a:r>
            <a:endParaRPr lang="en-US" altLang="ko-KR" b="0" dirty="0"/>
          </a:p>
          <a:p>
            <a:r>
              <a:rPr lang="ko-KR" altLang="en-US" b="0" dirty="0"/>
              <a:t>⑩</a:t>
            </a:r>
            <a:endParaRPr lang="en-US" altLang="ko-KR" b="0" dirty="0"/>
          </a:p>
          <a:p>
            <a:r>
              <a:rPr lang="ko-KR" altLang="en-US" b="0" dirty="0"/>
              <a:t>⑪</a:t>
            </a:r>
            <a:endParaRPr lang="en-US" altLang="ko-KR" b="0" dirty="0"/>
          </a:p>
          <a:p>
            <a:r>
              <a:rPr lang="ko-KR" altLang="en-US" b="0" dirty="0"/>
              <a:t>⑫</a:t>
            </a:r>
            <a:endParaRPr lang="en-US" altLang="ko-KR" b="0" dirty="0"/>
          </a:p>
          <a:p>
            <a:r>
              <a:rPr lang="ko-KR" altLang="en-US" b="0" dirty="0"/>
              <a:t>⑬</a:t>
            </a:r>
            <a:endParaRPr lang="en-US" altLang="ko-KR" b="0" dirty="0"/>
          </a:p>
          <a:p>
            <a:r>
              <a:rPr lang="ko-KR" altLang="en-US" b="0" dirty="0"/>
              <a:t>⑭</a:t>
            </a:r>
            <a:endParaRPr lang="en-US" altLang="ko-KR" b="0" dirty="0"/>
          </a:p>
          <a:p>
            <a:r>
              <a:rPr lang="ko-KR" altLang="en-US" b="0" dirty="0"/>
              <a:t>⑮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8CB9C5AC-3759-4729-94C9-E0DAE9FDC9D5}"/>
              </a:ext>
            </a:extLst>
          </p:cNvPr>
          <p:cNvGrpSpPr/>
          <p:nvPr/>
        </p:nvGrpSpPr>
        <p:grpSpPr>
          <a:xfrm>
            <a:off x="2432159" y="2429142"/>
            <a:ext cx="1092437" cy="888701"/>
            <a:chOff x="2360712" y="1976326"/>
            <a:chExt cx="1092437" cy="888701"/>
          </a:xfrm>
        </p:grpSpPr>
        <p:sp>
          <p:nvSpPr>
            <p:cNvPr id="9" name="Rectangle 586">
              <a:extLst>
                <a:ext uri="{FF2B5EF4-FFF2-40B4-BE49-F238E27FC236}">
                  <a16:creationId xmlns:a16="http://schemas.microsoft.com/office/drawing/2014/main" id="{1B027647-1CF5-45A4-895B-7C0233C7D1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0712" y="2157003"/>
              <a:ext cx="1092437" cy="522158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lvl="0" eaLnBrk="0" hangingPunct="0"/>
              <a:r>
                <a:rPr lang="en-US" altLang="ko-KR" sz="1000" i="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PID-100-1</a:t>
              </a:r>
            </a:p>
            <a:p>
              <a:pPr lvl="0" eaLnBrk="0" hangingPunct="0"/>
              <a:r>
                <a:rPr lang="en-US" altLang="ko-KR" sz="1000" i="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 Process Name</a:t>
              </a:r>
              <a:endParaRPr lang="ko-KR" altLang="en-US" sz="1000" i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" name="Rectangle 587">
              <a:extLst>
                <a:ext uri="{FF2B5EF4-FFF2-40B4-BE49-F238E27FC236}">
                  <a16:creationId xmlns:a16="http://schemas.microsoft.com/office/drawing/2014/main" id="{61F0B410-603C-4A50-B6A6-CCCD578CFB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0712" y="1976326"/>
              <a:ext cx="1092437" cy="19211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>
                <a:lnSpc>
                  <a:spcPct val="100000"/>
                </a:lnSpc>
                <a:spcAft>
                  <a:spcPct val="0"/>
                </a:spcAft>
                <a:buSzTx/>
                <a:buFont typeface="Wingdings" pitchFamily="2" charset="2"/>
                <a:buNone/>
              </a:pPr>
              <a:r>
                <a:rPr lang="ko-KR" altLang="en-US" sz="1000" i="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charset="0"/>
                </a:rPr>
                <a:t>담당조직</a:t>
              </a:r>
            </a:p>
          </p:txBody>
        </p:sp>
        <p:sp>
          <p:nvSpPr>
            <p:cNvPr id="11" name="Rectangle 588">
              <a:extLst>
                <a:ext uri="{FF2B5EF4-FFF2-40B4-BE49-F238E27FC236}">
                  <a16:creationId xmlns:a16="http://schemas.microsoft.com/office/drawing/2014/main" id="{AC62E5FB-9266-423B-A911-8545AD734E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0712" y="2672916"/>
              <a:ext cx="1092437" cy="19211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>
                <a:buSzTx/>
              </a:pPr>
              <a:r>
                <a:rPr lang="en-US" altLang="ko-KR" sz="1000" i="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charset="0"/>
                </a:rPr>
                <a:t>POS/</a:t>
              </a:r>
              <a:r>
                <a:rPr lang="ko-KR" altLang="en-US" sz="1000" i="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charset="0"/>
                </a:rPr>
                <a:t>키오스크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044F8477-95F4-4A36-B4C2-70C94EBAF8CF}"/>
              </a:ext>
            </a:extLst>
          </p:cNvPr>
          <p:cNvGrpSpPr/>
          <p:nvPr/>
        </p:nvGrpSpPr>
        <p:grpSpPr>
          <a:xfrm>
            <a:off x="5015990" y="2584289"/>
            <a:ext cx="1092437" cy="888701"/>
            <a:chOff x="4488672" y="1976326"/>
            <a:chExt cx="1092437" cy="888701"/>
          </a:xfrm>
        </p:grpSpPr>
        <p:sp>
          <p:nvSpPr>
            <p:cNvPr id="13" name="Rectangle 586">
              <a:extLst>
                <a:ext uri="{FF2B5EF4-FFF2-40B4-BE49-F238E27FC236}">
                  <a16:creationId xmlns:a16="http://schemas.microsoft.com/office/drawing/2014/main" id="{5B5D7FCC-C3A6-4ACC-AF78-71FBFF86B2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672" y="2157003"/>
              <a:ext cx="1092437" cy="522000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lvl="0"/>
              <a:r>
                <a:rPr lang="en-US" altLang="ko-KR" sz="1000" i="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PID-100-2</a:t>
              </a:r>
            </a:p>
            <a:p>
              <a:pPr lvl="0"/>
              <a:r>
                <a:rPr lang="en-US" altLang="ko-KR" sz="1000" i="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 Process Name</a:t>
              </a:r>
              <a:endParaRPr lang="ko-KR" altLang="en-US" sz="1000" i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" name="Rectangle 587">
              <a:extLst>
                <a:ext uri="{FF2B5EF4-FFF2-40B4-BE49-F238E27FC236}">
                  <a16:creationId xmlns:a16="http://schemas.microsoft.com/office/drawing/2014/main" id="{2EBD76BA-3676-4B80-8671-E031B03D2A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672" y="1976326"/>
              <a:ext cx="1092437" cy="19211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r>
                <a:rPr lang="ko-KR" altLang="en-US" sz="1000" i="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charset="0"/>
                </a:rPr>
                <a:t>담당조직</a:t>
              </a:r>
            </a:p>
          </p:txBody>
        </p:sp>
        <p:sp>
          <p:nvSpPr>
            <p:cNvPr id="15" name="Rectangle 588">
              <a:extLst>
                <a:ext uri="{FF2B5EF4-FFF2-40B4-BE49-F238E27FC236}">
                  <a16:creationId xmlns:a16="http://schemas.microsoft.com/office/drawing/2014/main" id="{C2EF2FEC-F05B-467C-AED8-97C4DC1E5C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672" y="2672916"/>
              <a:ext cx="1092437" cy="19211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>
                <a:buSzTx/>
              </a:pPr>
              <a:r>
                <a:rPr lang="en-US" altLang="ko-KR" sz="1000" i="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charset="0"/>
                </a:rPr>
                <a:t>POS/</a:t>
              </a:r>
              <a:r>
                <a:rPr lang="ko-KR" altLang="en-US" sz="1000" i="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charset="0"/>
                </a:rPr>
                <a:t>키오스크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AEE5C319-2FE6-4CE0-BAAD-AD6BAF63E4C9}"/>
              </a:ext>
            </a:extLst>
          </p:cNvPr>
          <p:cNvGrpSpPr/>
          <p:nvPr/>
        </p:nvGrpSpPr>
        <p:grpSpPr>
          <a:xfrm>
            <a:off x="4959208" y="4602508"/>
            <a:ext cx="1206000" cy="625787"/>
            <a:chOff x="8318546" y="4198461"/>
            <a:chExt cx="1206000" cy="475561"/>
          </a:xfrm>
        </p:grpSpPr>
        <p:sp>
          <p:nvSpPr>
            <p:cNvPr id="17" name="Rectangle 47">
              <a:extLst>
                <a:ext uri="{FF2B5EF4-FFF2-40B4-BE49-F238E27FC236}">
                  <a16:creationId xmlns:a16="http://schemas.microsoft.com/office/drawing/2014/main" id="{D97BD5DF-E9AF-4736-A8FE-1912329A97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18546" y="4350022"/>
              <a:ext cx="1206000" cy="324000"/>
            </a:xfrm>
            <a:prstGeom prst="rect">
              <a:avLst/>
            </a:prstGeom>
            <a:noFill/>
            <a:ln w="12700" algn="ctr">
              <a:solidFill>
                <a:sysClr val="windowText" lastClr="000000">
                  <a:lumMod val="50000"/>
                  <a:lumOff val="50000"/>
                </a:sys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000" i="0" kern="0" dirty="0">
                  <a:solidFill>
                    <a:sysClr val="windowText" lastClr="000000"/>
                  </a:solidFill>
                  <a:latin typeface="맑은 고딕" pitchFamily="50" charset="-127"/>
                  <a:ea typeface="맑은 고딕" pitchFamily="50" charset="-127"/>
                </a:rPr>
                <a:t>Process Name</a:t>
              </a:r>
              <a:endPara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8" name="Rectangle 45">
              <a:extLst>
                <a:ext uri="{FF2B5EF4-FFF2-40B4-BE49-F238E27FC236}">
                  <a16:creationId xmlns:a16="http://schemas.microsoft.com/office/drawing/2014/main" id="{549D6157-C3E7-4F85-96A1-A1B465EFA5B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318546" y="4198461"/>
              <a:ext cx="1206000" cy="144000"/>
            </a:xfrm>
            <a:prstGeom prst="rect">
              <a:avLst/>
            </a:prstGeom>
            <a:solidFill>
              <a:srgbClr val="FFC000"/>
            </a:solidFill>
            <a:ln w="9525" algn="ctr">
              <a:solidFill>
                <a:sysClr val="window" lastClr="FFFFFF">
                  <a:lumMod val="50000"/>
                </a:sysClr>
              </a:solidFill>
              <a:miter lim="800000"/>
              <a:headEnd/>
              <a:tailEnd/>
            </a:ln>
          </p:spPr>
          <p:txBody>
            <a:bodyPr wrap="none" lIns="72000" tIns="72000" rIns="72000" bIns="72000" anchor="ctr"/>
            <a:lstStyle/>
            <a:p>
              <a:r>
                <a:rPr kumimoji="0" lang="en-US" altLang="ko-KR" sz="1000" i="0" dirty="0">
                  <a:latin typeface="맑은 고딕" pitchFamily="50" charset="-127"/>
                  <a:ea typeface="맑은 고딕" pitchFamily="50" charset="-127"/>
                </a:rPr>
                <a:t>Next Process ID</a:t>
              </a:r>
            </a:p>
          </p:txBody>
        </p:sp>
      </p:grpSp>
      <p:cxnSp>
        <p:nvCxnSpPr>
          <p:cNvPr id="19" name="꺾인 연결선 34">
            <a:extLst>
              <a:ext uri="{FF2B5EF4-FFF2-40B4-BE49-F238E27FC236}">
                <a16:creationId xmlns:a16="http://schemas.microsoft.com/office/drawing/2014/main" id="{D38B3ADB-9B5D-4FFE-AA12-429B7D18AC5E}"/>
              </a:ext>
            </a:extLst>
          </p:cNvPr>
          <p:cNvCxnSpPr>
            <a:cxnSpLocks noChangeShapeType="1"/>
            <a:stCxn id="26" idx="3"/>
            <a:endCxn id="9" idx="1"/>
          </p:cNvCxnSpPr>
          <p:nvPr/>
        </p:nvCxnSpPr>
        <p:spPr bwMode="auto">
          <a:xfrm>
            <a:off x="2122656" y="2867215"/>
            <a:ext cx="309503" cy="3683"/>
          </a:xfrm>
          <a:prstGeom prst="straightConnector1">
            <a:avLst/>
          </a:prstGeom>
          <a:noFill/>
          <a:ln w="9525" algn="ctr">
            <a:solidFill>
              <a:srgbClr val="7F7F7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" name="꺾인 연결선 71">
            <a:extLst>
              <a:ext uri="{FF2B5EF4-FFF2-40B4-BE49-F238E27FC236}">
                <a16:creationId xmlns:a16="http://schemas.microsoft.com/office/drawing/2014/main" id="{F265167A-1B42-41B2-98BF-77EEB25B6FA0}"/>
              </a:ext>
            </a:extLst>
          </p:cNvPr>
          <p:cNvCxnSpPr>
            <a:cxnSpLocks/>
            <a:stCxn id="15" idx="2"/>
            <a:endCxn id="18" idx="0"/>
          </p:cNvCxnSpPr>
          <p:nvPr/>
        </p:nvCxnSpPr>
        <p:spPr bwMode="auto">
          <a:xfrm rot="5400000">
            <a:off x="4997450" y="4037749"/>
            <a:ext cx="1129518" cy="1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1" name="AutoShape 48">
            <a:extLst>
              <a:ext uri="{FF2B5EF4-FFF2-40B4-BE49-F238E27FC236}">
                <a16:creationId xmlns:a16="http://schemas.microsoft.com/office/drawing/2014/main" id="{202721C6-9F34-4CD0-A714-5D5E4B2855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3144" y="3777427"/>
            <a:ext cx="1473436" cy="576262"/>
          </a:xfrm>
          <a:prstGeom prst="diamond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 anchorCtr="1"/>
          <a:lstStyle/>
          <a:p>
            <a:pPr eaLnBrk="0" latinLnBrk="0" hangingPunct="0">
              <a:lnSpc>
                <a:spcPct val="100000"/>
              </a:lnSpc>
            </a:pPr>
            <a:r>
              <a:rPr kumimoji="0" lang="en-US" altLang="ko-KR" sz="1000" i="0" dirty="0">
                <a:latin typeface="맑은 고딕" pitchFamily="50" charset="-127"/>
                <a:ea typeface="맑은 고딕" pitchFamily="50" charset="-127"/>
              </a:rPr>
              <a:t>Check ?</a:t>
            </a:r>
          </a:p>
        </p:txBody>
      </p:sp>
      <p:cxnSp>
        <p:nvCxnSpPr>
          <p:cNvPr id="22" name="꺾인 연결선 119">
            <a:extLst>
              <a:ext uri="{FF2B5EF4-FFF2-40B4-BE49-F238E27FC236}">
                <a16:creationId xmlns:a16="http://schemas.microsoft.com/office/drawing/2014/main" id="{F57304A2-6C55-43EA-9420-6A4294FB4BF5}"/>
              </a:ext>
            </a:extLst>
          </p:cNvPr>
          <p:cNvCxnSpPr>
            <a:cxnSpLocks/>
            <a:stCxn id="11" idx="2"/>
            <a:endCxn id="21" idx="1"/>
          </p:cNvCxnSpPr>
          <p:nvPr/>
        </p:nvCxnSpPr>
        <p:spPr bwMode="auto">
          <a:xfrm rot="16200000" flipH="1">
            <a:off x="2701904" y="3594317"/>
            <a:ext cx="747715" cy="194766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3" name="Text Box 164">
            <a:extLst>
              <a:ext uri="{FF2B5EF4-FFF2-40B4-BE49-F238E27FC236}">
                <a16:creationId xmlns:a16="http://schemas.microsoft.com/office/drawing/2014/main" id="{0CF2412B-0EDC-4974-B838-809A1DFB2B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9488" y="3568589"/>
            <a:ext cx="51806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Y</a:t>
            </a:r>
          </a:p>
        </p:txBody>
      </p:sp>
      <p:sp>
        <p:nvSpPr>
          <p:cNvPr id="24" name="Text Box 164">
            <a:extLst>
              <a:ext uri="{FF2B5EF4-FFF2-40B4-BE49-F238E27FC236}">
                <a16:creationId xmlns:a16="http://schemas.microsoft.com/office/drawing/2014/main" id="{7FBCD86C-D6B7-4071-8223-6C7729ADEBB8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3890918" y="4486600"/>
            <a:ext cx="58128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N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0FB4FD2D-1C3B-47E8-9DFD-FB8CA846C552}"/>
              </a:ext>
            </a:extLst>
          </p:cNvPr>
          <p:cNvGrpSpPr/>
          <p:nvPr/>
        </p:nvGrpSpPr>
        <p:grpSpPr>
          <a:xfrm>
            <a:off x="916656" y="2454603"/>
            <a:ext cx="1206000" cy="625786"/>
            <a:chOff x="8318546" y="4198462"/>
            <a:chExt cx="1206000" cy="475560"/>
          </a:xfrm>
        </p:grpSpPr>
        <p:sp>
          <p:nvSpPr>
            <p:cNvPr id="26" name="Rectangle 47">
              <a:extLst>
                <a:ext uri="{FF2B5EF4-FFF2-40B4-BE49-F238E27FC236}">
                  <a16:creationId xmlns:a16="http://schemas.microsoft.com/office/drawing/2014/main" id="{6CF1506C-7D4B-440C-88DE-58B2B0BDBB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18546" y="4350022"/>
              <a:ext cx="1206000" cy="324000"/>
            </a:xfrm>
            <a:prstGeom prst="rect">
              <a:avLst/>
            </a:prstGeom>
            <a:noFill/>
            <a:ln w="12700" algn="ctr">
              <a:solidFill>
                <a:sysClr val="windowText" lastClr="000000">
                  <a:lumMod val="50000"/>
                  <a:lumOff val="50000"/>
                </a:sys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000" i="0" kern="0" dirty="0">
                  <a:solidFill>
                    <a:sysClr val="windowText" lastClr="000000"/>
                  </a:solidFill>
                  <a:latin typeface="맑은 고딕" pitchFamily="50" charset="-127"/>
                  <a:ea typeface="맑은 고딕" pitchFamily="50" charset="-127"/>
                </a:rPr>
                <a:t>Process Name</a:t>
              </a:r>
              <a:endPara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7" name="Rectangle 45">
              <a:extLst>
                <a:ext uri="{FF2B5EF4-FFF2-40B4-BE49-F238E27FC236}">
                  <a16:creationId xmlns:a16="http://schemas.microsoft.com/office/drawing/2014/main" id="{C5D4D7A2-B532-4833-B7D9-74AEAC26533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318546" y="4198462"/>
              <a:ext cx="1206000" cy="144000"/>
            </a:xfrm>
            <a:prstGeom prst="rect">
              <a:avLst/>
            </a:prstGeom>
            <a:solidFill>
              <a:srgbClr val="FFC000"/>
            </a:solidFill>
            <a:ln w="9525" algn="ctr">
              <a:solidFill>
                <a:sysClr val="window" lastClr="FFFFFF">
                  <a:lumMod val="50000"/>
                </a:sysClr>
              </a:solidFill>
              <a:miter lim="800000"/>
              <a:headEnd/>
              <a:tailEnd/>
            </a:ln>
          </p:spPr>
          <p:txBody>
            <a:bodyPr wrap="none" lIns="72000" tIns="72000" rIns="72000" bIns="72000" anchor="ctr"/>
            <a:lstStyle/>
            <a:p>
              <a:r>
                <a:rPr kumimoji="0" lang="en-US" altLang="ko-KR" sz="1000" i="0" dirty="0" err="1">
                  <a:latin typeface="맑은 고딕" pitchFamily="50" charset="-127"/>
                  <a:ea typeface="맑은 고딕" pitchFamily="50" charset="-127"/>
                </a:rPr>
                <a:t>Prev</a:t>
              </a:r>
              <a:r>
                <a:rPr kumimoji="0" lang="en-US" altLang="ko-KR" sz="1000" i="0" dirty="0">
                  <a:latin typeface="맑은 고딕" pitchFamily="50" charset="-127"/>
                  <a:ea typeface="맑은 고딕" pitchFamily="50" charset="-127"/>
                </a:rPr>
                <a:t> Process ID</a:t>
              </a:r>
            </a:p>
          </p:txBody>
        </p:sp>
      </p:grpSp>
      <p:cxnSp>
        <p:nvCxnSpPr>
          <p:cNvPr id="28" name="꺾인 연결선 95">
            <a:extLst>
              <a:ext uri="{FF2B5EF4-FFF2-40B4-BE49-F238E27FC236}">
                <a16:creationId xmlns:a16="http://schemas.microsoft.com/office/drawing/2014/main" id="{6D83A5AA-1630-48ED-BFF3-B1690240E00B}"/>
              </a:ext>
            </a:extLst>
          </p:cNvPr>
          <p:cNvCxnSpPr>
            <a:cxnSpLocks/>
            <a:stCxn id="21" idx="0"/>
            <a:endCxn id="13" idx="1"/>
          </p:cNvCxnSpPr>
          <p:nvPr/>
        </p:nvCxnSpPr>
        <p:spPr bwMode="auto">
          <a:xfrm rot="5400000" flipH="1" flipV="1">
            <a:off x="4087196" y="2848633"/>
            <a:ext cx="751461" cy="1106128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9" name="꺾인 연결선 97">
            <a:extLst>
              <a:ext uri="{FF2B5EF4-FFF2-40B4-BE49-F238E27FC236}">
                <a16:creationId xmlns:a16="http://schemas.microsoft.com/office/drawing/2014/main" id="{DBE7A9A1-E04B-4B23-9AE9-3A60CDC24475}"/>
              </a:ext>
            </a:extLst>
          </p:cNvPr>
          <p:cNvCxnSpPr>
            <a:cxnSpLocks/>
            <a:stCxn id="21" idx="2"/>
            <a:endCxn id="17" idx="1"/>
          </p:cNvCxnSpPr>
          <p:nvPr/>
        </p:nvCxnSpPr>
        <p:spPr bwMode="auto">
          <a:xfrm rot="16200000" flipH="1">
            <a:off x="4103819" y="4159732"/>
            <a:ext cx="661432" cy="1049346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2" name="타원 31">
            <a:extLst>
              <a:ext uri="{FF2B5EF4-FFF2-40B4-BE49-F238E27FC236}">
                <a16:creationId xmlns:a16="http://schemas.microsoft.com/office/drawing/2014/main" id="{AD074957-57EA-474A-A293-2573CF8B9FA8}"/>
              </a:ext>
            </a:extLst>
          </p:cNvPr>
          <p:cNvSpPr/>
          <p:nvPr/>
        </p:nvSpPr>
        <p:spPr bwMode="auto">
          <a:xfrm>
            <a:off x="2277407" y="2202934"/>
            <a:ext cx="251669" cy="251669"/>
          </a:xfrm>
          <a:prstGeom prst="ellipse">
            <a:avLst/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12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E275269E-4037-41EA-84D7-C19D933D3848}"/>
              </a:ext>
            </a:extLst>
          </p:cNvPr>
          <p:cNvSpPr/>
          <p:nvPr/>
        </p:nvSpPr>
        <p:spPr bwMode="auto">
          <a:xfrm>
            <a:off x="4877729" y="2361757"/>
            <a:ext cx="251669" cy="251669"/>
          </a:xfrm>
          <a:prstGeom prst="ellipse">
            <a:avLst/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kumimoji="1" lang="ko-KR" altLang="en-US" sz="12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6F42FC1C-5739-4699-81FD-E4020F46EACB}"/>
              </a:ext>
            </a:extLst>
          </p:cNvPr>
          <p:cNvSpPr/>
          <p:nvPr/>
        </p:nvSpPr>
        <p:spPr bwMode="auto">
          <a:xfrm>
            <a:off x="3243681" y="3777426"/>
            <a:ext cx="251669" cy="251669"/>
          </a:xfrm>
          <a:prstGeom prst="ellipse">
            <a:avLst/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200" b="1" i="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kumimoji="1" lang="ko-KR" altLang="en-US" sz="12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F9922EAD-E95D-4776-8C5D-AB8A8008F4A1}"/>
              </a:ext>
            </a:extLst>
          </p:cNvPr>
          <p:cNvSpPr/>
          <p:nvPr/>
        </p:nvSpPr>
        <p:spPr bwMode="auto">
          <a:xfrm>
            <a:off x="664987" y="5691514"/>
            <a:ext cx="251669" cy="251669"/>
          </a:xfrm>
          <a:prstGeom prst="ellipse">
            <a:avLst/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kumimoji="1" lang="ko-KR" altLang="en-US" sz="12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80640DD4-77D9-4799-855F-1534B6FBF881}"/>
              </a:ext>
            </a:extLst>
          </p:cNvPr>
          <p:cNvSpPr/>
          <p:nvPr/>
        </p:nvSpPr>
        <p:spPr bwMode="auto">
          <a:xfrm>
            <a:off x="987452" y="5691514"/>
            <a:ext cx="251669" cy="251669"/>
          </a:xfrm>
          <a:prstGeom prst="ellipse">
            <a:avLst/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kumimoji="1" lang="ko-KR" altLang="en-US" sz="12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E320BD88-CD24-4DF9-8C16-349CE14ACD75}"/>
              </a:ext>
            </a:extLst>
          </p:cNvPr>
          <p:cNvSpPr/>
          <p:nvPr/>
        </p:nvSpPr>
        <p:spPr bwMode="auto">
          <a:xfrm>
            <a:off x="1309917" y="5691514"/>
            <a:ext cx="251669" cy="251669"/>
          </a:xfrm>
          <a:prstGeom prst="ellipse">
            <a:avLst/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endParaRPr kumimoji="1" lang="ko-KR" altLang="en-US" sz="12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849646FB-8DAF-43F2-9893-5EFADF008BDD}"/>
              </a:ext>
            </a:extLst>
          </p:cNvPr>
          <p:cNvSpPr/>
          <p:nvPr/>
        </p:nvSpPr>
        <p:spPr bwMode="auto">
          <a:xfrm>
            <a:off x="1632382" y="5691514"/>
            <a:ext cx="251669" cy="251669"/>
          </a:xfrm>
          <a:prstGeom prst="ellipse">
            <a:avLst/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endParaRPr kumimoji="1" lang="ko-KR" altLang="en-US" sz="12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778B9629-B295-4926-8E61-2C9F12C0305B}"/>
              </a:ext>
            </a:extLst>
          </p:cNvPr>
          <p:cNvSpPr/>
          <p:nvPr/>
        </p:nvSpPr>
        <p:spPr bwMode="auto">
          <a:xfrm>
            <a:off x="1954847" y="5691514"/>
            <a:ext cx="251669" cy="251669"/>
          </a:xfrm>
          <a:prstGeom prst="ellipse">
            <a:avLst/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r>
            <a:endParaRPr kumimoji="1" lang="ko-KR" altLang="en-US" sz="12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94EDA295-AD91-42AD-B9F3-CC789891FDA3}"/>
              </a:ext>
            </a:extLst>
          </p:cNvPr>
          <p:cNvSpPr/>
          <p:nvPr/>
        </p:nvSpPr>
        <p:spPr bwMode="auto">
          <a:xfrm>
            <a:off x="2599777" y="5691514"/>
            <a:ext cx="251669" cy="251669"/>
          </a:xfrm>
          <a:prstGeom prst="ellipse">
            <a:avLst/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endParaRPr kumimoji="1" lang="ko-KR" altLang="en-US" sz="12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42FD96DB-A9CB-4D8F-AF14-CAC1B69FC594}"/>
              </a:ext>
            </a:extLst>
          </p:cNvPr>
          <p:cNvSpPr/>
          <p:nvPr/>
        </p:nvSpPr>
        <p:spPr bwMode="auto">
          <a:xfrm>
            <a:off x="2277312" y="5691514"/>
            <a:ext cx="251669" cy="251669"/>
          </a:xfrm>
          <a:prstGeom prst="ellipse">
            <a:avLst/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r>
            <a:endParaRPr kumimoji="1" lang="ko-KR" altLang="en-US" sz="12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B8D8CBE4-9E5F-439E-898E-B9CEB4F5B69B}"/>
              </a:ext>
            </a:extLst>
          </p:cNvPr>
          <p:cNvSpPr/>
          <p:nvPr/>
        </p:nvSpPr>
        <p:spPr bwMode="auto">
          <a:xfrm>
            <a:off x="2922242" y="5691514"/>
            <a:ext cx="251669" cy="251669"/>
          </a:xfrm>
          <a:prstGeom prst="ellipse">
            <a:avLst/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11</a:t>
            </a:r>
            <a:endParaRPr kumimoji="1" lang="ko-KR" altLang="en-US" sz="12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E129EE82-C536-4C14-A439-245695BE5835}"/>
              </a:ext>
            </a:extLst>
          </p:cNvPr>
          <p:cNvSpPr/>
          <p:nvPr/>
        </p:nvSpPr>
        <p:spPr bwMode="auto">
          <a:xfrm>
            <a:off x="3244707" y="5691514"/>
            <a:ext cx="251669" cy="251669"/>
          </a:xfrm>
          <a:prstGeom prst="ellipse">
            <a:avLst/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r>
            <a:endParaRPr kumimoji="1" lang="ko-KR" altLang="en-US" sz="12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DD11B04E-CF16-482A-95B5-7CB7F8BEEBAA}"/>
              </a:ext>
            </a:extLst>
          </p:cNvPr>
          <p:cNvSpPr/>
          <p:nvPr/>
        </p:nvSpPr>
        <p:spPr bwMode="auto">
          <a:xfrm>
            <a:off x="3567172" y="5691514"/>
            <a:ext cx="251669" cy="251669"/>
          </a:xfrm>
          <a:prstGeom prst="ellipse">
            <a:avLst/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13</a:t>
            </a:r>
            <a:endParaRPr kumimoji="1" lang="ko-KR" altLang="en-US" sz="12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F9DDB2C8-7DE0-4A0C-A13C-99BD08E1B286}"/>
              </a:ext>
            </a:extLst>
          </p:cNvPr>
          <p:cNvSpPr/>
          <p:nvPr/>
        </p:nvSpPr>
        <p:spPr bwMode="auto">
          <a:xfrm>
            <a:off x="3889637" y="5691514"/>
            <a:ext cx="251669" cy="251669"/>
          </a:xfrm>
          <a:prstGeom prst="ellipse">
            <a:avLst/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14</a:t>
            </a:r>
            <a:endParaRPr kumimoji="1" lang="ko-KR" altLang="en-US" sz="12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A70AF76C-76C8-4D53-9AB0-3E76D25B3608}"/>
              </a:ext>
            </a:extLst>
          </p:cNvPr>
          <p:cNvSpPr/>
          <p:nvPr/>
        </p:nvSpPr>
        <p:spPr bwMode="auto">
          <a:xfrm>
            <a:off x="4212104" y="5691514"/>
            <a:ext cx="251669" cy="251669"/>
          </a:xfrm>
          <a:prstGeom prst="ellipse">
            <a:avLst/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15</a:t>
            </a:r>
            <a:endParaRPr kumimoji="1" lang="ko-KR" altLang="en-US" sz="12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18839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C97528C-8636-4F37-9985-2F642A42C8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ko-KR"/>
              <a:t>- </a:t>
            </a:r>
            <a:fld id="{B60A96F6-F9DD-4342-BDC2-08EDD3D0DC79}" type="slidenum">
              <a:rPr lang="en-US" altLang="ko-KR" smtClean="0"/>
              <a:pPr/>
              <a:t>4</a:t>
            </a:fld>
            <a:r>
              <a:rPr lang="en-US" altLang="ko-KR"/>
              <a:t> -</a:t>
            </a: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A8EDECF6-18E0-4047-95BF-51B63303C2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60463"/>
            <a:ext cx="9109075" cy="52198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2730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lang="en-US" altLang="ko-KR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작성지침</a:t>
            </a:r>
            <a:r>
              <a:rPr lang="en-US" altLang="ko-KR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 algn="l" eaLnBrk="1" hangingPunct="1">
              <a:lnSpc>
                <a:spcPct val="140000"/>
              </a:lnSpc>
            </a:pPr>
            <a:r>
              <a:rPr lang="en-US" altLang="ko-KR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● </a:t>
            </a:r>
            <a:r>
              <a:rPr lang="ko-KR" altLang="en-US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개요</a:t>
            </a:r>
            <a:endParaRPr lang="ko-KR" altLang="en-US" sz="1600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l" eaLnBrk="1" hangingPunct="1">
              <a:lnSpc>
                <a:spcPct val="140000"/>
              </a:lnSpc>
            </a:pP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TO BE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업무 프로세스 흐름과 수행 절차를 수행 주체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조직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기준으로 도식적으로 작성한다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algn="l" eaLnBrk="1" hangingPunct="1">
              <a:lnSpc>
                <a:spcPct val="140000"/>
              </a:lnSpc>
            </a:pPr>
            <a:r>
              <a:rPr lang="en-US" altLang="ko-KR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●</a:t>
            </a:r>
            <a:r>
              <a:rPr lang="en-US" altLang="ko-KR" sz="16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항목 설명</a:t>
            </a:r>
          </a:p>
          <a:p>
            <a:pPr lvl="1" algn="l" eaLnBrk="1" hangingPunct="1">
              <a:lnSpc>
                <a:spcPct val="140000"/>
              </a:lnSpc>
            </a:pP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① </a:t>
            </a:r>
            <a:r>
              <a:rPr kumimoji="0" lang="en-US" altLang="ko-KR" sz="1000" b="1" i="0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Process (M) </a:t>
            </a:r>
          </a:p>
          <a:p>
            <a:pPr lvl="1" algn="l" eaLnBrk="1" hangingPunct="1">
              <a:lnSpc>
                <a:spcPct val="140000"/>
              </a:lnSpc>
            </a:pP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서브시스템을 구성하고 있는 하위 프로세스 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ID,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명을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입력한다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업무 기능일 수도 있고 단위 업무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(Elementary Process)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 수도 있으며 </a:t>
            </a:r>
            <a:b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업무 복잡도에 따라 표현 범위를 정하고 기술한다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최소 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 Level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이상으로 프로세스를 </a:t>
            </a:r>
            <a:r>
              <a:rPr lang="ko-KR" altLang="en-US" sz="1000" i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분행하여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작성한다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lvl="1" algn="l" eaLnBrk="1" hangingPunct="1">
              <a:lnSpc>
                <a:spcPct val="140000"/>
              </a:lnSpc>
            </a:pP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PID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번호는 비즈니스 프로세스 </a:t>
            </a:r>
            <a:r>
              <a:rPr lang="ko-KR" altLang="en-US" sz="1000" i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도출시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Product Backlog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Level 1, 2, 3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 기반하여 프로세스 번호를 부여한다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1000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l" eaLnBrk="1" hangingPunct="1">
              <a:lnSpc>
                <a:spcPct val="140000"/>
              </a:lnSpc>
            </a:pP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예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‘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재고관리’ 서브 시스템의 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3Level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프로세스인 ‘입고 등록’ 업무 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재고관리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-&gt;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입고관리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-&gt;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입고등록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endParaRPr lang="ko-KR" altLang="en-US" sz="1000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l" eaLnBrk="1" hangingPunct="1">
              <a:lnSpc>
                <a:spcPct val="140000"/>
              </a:lnSpc>
            </a:pP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② </a:t>
            </a:r>
            <a:r>
              <a:rPr kumimoji="0" lang="ko-KR" altLang="en-US" sz="1000" i="0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업무 개요 및 선결 요건</a:t>
            </a:r>
            <a:endParaRPr kumimoji="0" lang="en-US" altLang="ko-KR" sz="1000" i="0" kern="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l" eaLnBrk="1" hangingPunct="1">
              <a:lnSpc>
                <a:spcPct val="140000"/>
              </a:lnSpc>
            </a:pP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업무 개요 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해당 프로세스의 업무를 비즈니스 중심으로 간략하게 설명한다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lvl="1" algn="l" eaLnBrk="1" hangingPunct="1">
              <a:lnSpc>
                <a:spcPct val="140000"/>
              </a:lnSpc>
            </a:pP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선결 요건 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해당 업무를 수행하기 위해 또는 수행 중 반드시 사전에 충족되어야 할 사항에 대해 기술한다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kumimoji="0" lang="ko-KR" altLang="en-US" sz="1000" i="0" kern="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l" eaLnBrk="1" hangingPunct="1">
              <a:lnSpc>
                <a:spcPct val="140000"/>
              </a:lnSpc>
            </a:pP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③ </a:t>
            </a:r>
            <a:r>
              <a:rPr kumimoji="0" lang="ko-KR" altLang="en-US" sz="1000" i="0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업무처리 규칙</a:t>
            </a:r>
            <a:endParaRPr kumimoji="0" lang="en-US" altLang="ko-KR" sz="1000" i="0" kern="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  <a:p>
            <a:pPr lvl="1" algn="l" eaLnBrk="1" hangingPunct="1">
              <a:lnSpc>
                <a:spcPct val="140000"/>
              </a:lnSpc>
            </a:pPr>
            <a:r>
              <a:rPr kumimoji="0" lang="en-US" altLang="ko-KR" sz="1000" i="0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   </a:t>
            </a:r>
            <a:r>
              <a:rPr kumimoji="0" lang="ko-KR" altLang="en-US" sz="1000" i="0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비즈니스 유효성을 위한 체크 </a:t>
            </a:r>
            <a:r>
              <a:rPr kumimoji="0" lang="ko-KR" altLang="en-US" sz="1000" i="0" kern="0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로직이나</a:t>
            </a:r>
            <a:r>
              <a:rPr kumimoji="0" lang="ko-KR" altLang="en-US" sz="1000" i="0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계산 </a:t>
            </a:r>
            <a:r>
              <a:rPr kumimoji="0" lang="ko-KR" altLang="en-US" sz="1000" i="0" kern="0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로직을</a:t>
            </a:r>
            <a:r>
              <a:rPr kumimoji="0" lang="ko-KR" altLang="en-US" sz="1000" i="0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기술한다</a:t>
            </a:r>
            <a:r>
              <a:rPr kumimoji="0" lang="en-US" altLang="ko-KR" sz="1000" i="0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kumimoji="0" lang="ko-KR" altLang="en-US" sz="1000" i="0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외부 인터페이스 및 배치도 포함하여 기술한다</a:t>
            </a:r>
            <a:r>
              <a:rPr kumimoji="0" lang="en-US" altLang="ko-KR" sz="1000" i="0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r>
              <a:rPr kumimoji="0" lang="ko-KR" altLang="en-US" sz="1000" i="0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kumimoji="0" lang="en-US" altLang="ko-KR" sz="1000" i="0" kern="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l" eaLnBrk="1" hangingPunct="1">
              <a:lnSpc>
                <a:spcPct val="140000"/>
              </a:lnSpc>
            </a:pPr>
            <a:r>
              <a:rPr kumimoji="0" lang="en-US" altLang="ko-KR" sz="1000" i="0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kumimoji="0" lang="ko-KR" altLang="en-US" sz="1000" i="0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인터페이스 항목이 있으면 인터페이스 정의서 및 </a:t>
            </a:r>
            <a:r>
              <a:rPr kumimoji="0" lang="en-US" altLang="ko-KR" sz="1000" i="0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Product Backlog</a:t>
            </a:r>
            <a:r>
              <a:rPr kumimoji="0" lang="ko-KR" altLang="en-US" sz="1000" i="0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kumimoji="0" lang="en-US" altLang="ko-KR" sz="1000" i="0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  <a:r>
              <a:rPr kumimoji="0" lang="ko-KR" altLang="en-US" sz="1000" i="0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필수로 기술한다</a:t>
            </a:r>
            <a:r>
              <a:rPr kumimoji="0" lang="en-US" altLang="ko-KR" sz="1000" i="0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000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l" eaLnBrk="1" hangingPunct="1">
              <a:lnSpc>
                <a:spcPct val="140000"/>
              </a:lnSpc>
            </a:pP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④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흐름도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(M) </a:t>
            </a:r>
          </a:p>
          <a:p>
            <a:pPr lvl="1" algn="l" eaLnBrk="1" hangingPunct="1">
              <a:lnSpc>
                <a:spcPct val="140000"/>
              </a:lnSpc>
            </a:pP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업무 수행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관련 단위를 기준으로 업무 흐름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(Flow)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을 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Visio, Word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등의 도구를 사용하여 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Notation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으로 표현</a:t>
            </a:r>
          </a:p>
          <a:p>
            <a:pPr lvl="1" algn="l" eaLnBrk="1" hangingPunct="1">
              <a:lnSpc>
                <a:spcPct val="140000"/>
              </a:lnSpc>
            </a:pP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1)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촉발 이벤트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(Triggering Event)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2) </a:t>
            </a:r>
            <a:r>
              <a:rPr kumimoji="0" lang="ko-KR" altLang="en-US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선후행</a:t>
            </a:r>
            <a:r>
              <a:rPr kumimoji="0"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프로세스</a:t>
            </a:r>
            <a:r>
              <a:rPr kumimoji="0"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(Prev./Next Process)</a:t>
            </a:r>
            <a:r>
              <a:rPr kumimoji="0"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itchFamily="18" charset="0"/>
              </a:rPr>
              <a:t>3) </a:t>
            </a:r>
            <a:r>
              <a:rPr kumimoji="0"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활동</a:t>
            </a:r>
            <a:r>
              <a:rPr kumimoji="0"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(Activity)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	</a:t>
            </a:r>
          </a:p>
          <a:p>
            <a:pPr lvl="1" algn="l" eaLnBrk="1" hangingPunct="1">
              <a:lnSpc>
                <a:spcPct val="140000"/>
              </a:lnSpc>
            </a:pPr>
            <a:endParaRPr lang="en-US" altLang="ko-KR" sz="1000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l" eaLnBrk="1" hangingPunct="1">
              <a:lnSpc>
                <a:spcPct val="140000"/>
              </a:lnSpc>
            </a:pPr>
            <a:endParaRPr lang="en-US" altLang="ko-KR" sz="1000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l" eaLnBrk="1" hangingPunct="1">
              <a:lnSpc>
                <a:spcPct val="140000"/>
              </a:lnSpc>
            </a:pPr>
            <a:endParaRPr lang="en-US" altLang="ko-KR" sz="1000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l" eaLnBrk="1" hangingPunct="1">
              <a:lnSpc>
                <a:spcPct val="140000"/>
              </a:lnSpc>
            </a:pP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</a:t>
            </a:r>
          </a:p>
        </p:txBody>
      </p:sp>
      <p:sp>
        <p:nvSpPr>
          <p:cNvPr id="4" name="AutoShape 68">
            <a:extLst>
              <a:ext uri="{FF2B5EF4-FFF2-40B4-BE49-F238E27FC236}">
                <a16:creationId xmlns:a16="http://schemas.microsoft.com/office/drawing/2014/main" id="{FD1E443B-61C4-43AD-BA94-347F97852436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1586386" y="5047837"/>
            <a:ext cx="609600" cy="1446445"/>
          </a:xfrm>
          <a:prstGeom prst="flowChartOffpageConnector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eaLnBrk="0" latinLnBrk="0" hangingPunct="0">
              <a:lnSpc>
                <a:spcPct val="100000"/>
              </a:lnSpc>
            </a:pPr>
            <a:r>
              <a:rPr kumimoji="0" lang="en-US" altLang="ko-KR" sz="1000" dirty="0">
                <a:latin typeface="맑은 고딕" pitchFamily="50" charset="-127"/>
                <a:ea typeface="맑은 고딕" pitchFamily="50" charset="-127"/>
              </a:rPr>
              <a:t>Event Name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05F53418-D0EF-497A-8FD7-7DF54AAD2C69}"/>
              </a:ext>
            </a:extLst>
          </p:cNvPr>
          <p:cNvGrpSpPr/>
          <p:nvPr/>
        </p:nvGrpSpPr>
        <p:grpSpPr>
          <a:xfrm>
            <a:off x="3888343" y="5466259"/>
            <a:ext cx="1450800" cy="715474"/>
            <a:chOff x="606128" y="2714071"/>
            <a:chExt cx="1450800" cy="866146"/>
          </a:xfrm>
        </p:grpSpPr>
        <p:sp>
          <p:nvSpPr>
            <p:cNvPr id="6" name="Rectangle 50">
              <a:extLst>
                <a:ext uri="{FF2B5EF4-FFF2-40B4-BE49-F238E27FC236}">
                  <a16:creationId xmlns:a16="http://schemas.microsoft.com/office/drawing/2014/main" id="{1BDC3185-968E-4FB6-A244-AFFBA2D200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6128" y="2970617"/>
              <a:ext cx="1450800" cy="6096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rIns="36000" anchor="ctr"/>
            <a:lstStyle/>
            <a:p>
              <a:pPr eaLnBrk="0" latinLnBrk="0" hangingPunct="0">
                <a:lnSpc>
                  <a:spcPct val="100000"/>
                </a:lnSpc>
              </a:pPr>
              <a:r>
                <a:rPr kumimoji="0" lang="en-US" altLang="ko-KR" sz="1000" dirty="0">
                  <a:latin typeface="맑은 고딕" pitchFamily="50" charset="-127"/>
                  <a:ea typeface="맑은 고딕" pitchFamily="50" charset="-127"/>
                </a:rPr>
                <a:t>Process Name</a:t>
              </a:r>
            </a:p>
          </p:txBody>
        </p:sp>
        <p:sp>
          <p:nvSpPr>
            <p:cNvPr id="7" name="Rectangle 50">
              <a:extLst>
                <a:ext uri="{FF2B5EF4-FFF2-40B4-BE49-F238E27FC236}">
                  <a16:creationId xmlns:a16="http://schemas.microsoft.com/office/drawing/2014/main" id="{643CE9E0-AE93-4883-ABEB-8761AF86E5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8112" y="2714071"/>
              <a:ext cx="1448032" cy="257763"/>
            </a:xfrm>
            <a:prstGeom prst="rect">
              <a:avLst/>
            </a:prstGeom>
            <a:solidFill>
              <a:srgbClr val="C6D9F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rIns="36000" anchor="ctr"/>
            <a:lstStyle/>
            <a:p>
              <a:pPr eaLnBrk="0" latinLnBrk="0" hangingPunct="0">
                <a:lnSpc>
                  <a:spcPct val="100000"/>
                </a:lnSpc>
              </a:pPr>
              <a:r>
                <a:rPr kumimoji="0" lang="en-US" altLang="ko-KR" sz="1000" dirty="0">
                  <a:latin typeface="맑은 고딕" pitchFamily="50" charset="-127"/>
                  <a:ea typeface="맑은 고딕" pitchFamily="50" charset="-127"/>
                </a:rPr>
                <a:t>Prev./Next Process ID</a:t>
              </a:r>
            </a:p>
          </p:txBody>
        </p:sp>
      </p:grpSp>
      <p:grpSp>
        <p:nvGrpSpPr>
          <p:cNvPr id="8" name="그룹 96">
            <a:extLst>
              <a:ext uri="{FF2B5EF4-FFF2-40B4-BE49-F238E27FC236}">
                <a16:creationId xmlns:a16="http://schemas.microsoft.com/office/drawing/2014/main" id="{B4D868DB-98D6-4DC4-8F07-1A924F575B53}"/>
              </a:ext>
            </a:extLst>
          </p:cNvPr>
          <p:cNvGrpSpPr/>
          <p:nvPr/>
        </p:nvGrpSpPr>
        <p:grpSpPr>
          <a:xfrm>
            <a:off x="7373121" y="5466259"/>
            <a:ext cx="1476934" cy="726609"/>
            <a:chOff x="4127500" y="2051050"/>
            <a:chExt cx="1133475" cy="719138"/>
          </a:xfrm>
        </p:grpSpPr>
        <p:sp>
          <p:nvSpPr>
            <p:cNvPr id="9" name="Rectangle 586">
              <a:extLst>
                <a:ext uri="{FF2B5EF4-FFF2-40B4-BE49-F238E27FC236}">
                  <a16:creationId xmlns:a16="http://schemas.microsoft.com/office/drawing/2014/main" id="{03FC9D52-EF1D-4A7A-8C29-7B9B152E4D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7500" y="2217654"/>
              <a:ext cx="1133475" cy="383821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lvl="0" eaLnBrk="0" latinLnBrk="0" hangingPunct="0"/>
              <a:r>
                <a:rPr kumimoji="0"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Activity Name</a:t>
              </a:r>
            </a:p>
          </p:txBody>
        </p:sp>
        <p:sp>
          <p:nvSpPr>
            <p:cNvPr id="10" name="Rectangle 587">
              <a:extLst>
                <a:ext uri="{FF2B5EF4-FFF2-40B4-BE49-F238E27FC236}">
                  <a16:creationId xmlns:a16="http://schemas.microsoft.com/office/drawing/2014/main" id="{A0FDAB91-E48C-4021-9AB8-B3D0288B4C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7500" y="2051050"/>
              <a:ext cx="1133475" cy="17714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>
                <a:lnSpc>
                  <a:spcPct val="100000"/>
                </a:lnSpc>
                <a:spcAft>
                  <a:spcPct val="0"/>
                </a:spcAft>
                <a:buSzTx/>
                <a:buFont typeface="Wingdings" pitchFamily="2" charset="2"/>
                <a:buNone/>
              </a:pPr>
              <a:r>
                <a:rPr lang="ko-KR" altLang="en-US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charset="0"/>
                </a:rPr>
                <a:t>담당 조직</a:t>
              </a:r>
            </a:p>
          </p:txBody>
        </p:sp>
        <p:sp>
          <p:nvSpPr>
            <p:cNvPr id="11" name="Rectangle 588">
              <a:extLst>
                <a:ext uri="{FF2B5EF4-FFF2-40B4-BE49-F238E27FC236}">
                  <a16:creationId xmlns:a16="http://schemas.microsoft.com/office/drawing/2014/main" id="{EF6D0842-8367-42A5-B401-8A25908C2A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7500" y="2593040"/>
              <a:ext cx="1133475" cy="17714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eaLnBrk="0" latinLnBrk="0" hangingPunct="0">
                <a:lnSpc>
                  <a:spcPct val="100000"/>
                </a:lnSpc>
              </a:pPr>
              <a:r>
                <a:rPr kumimoji="0"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Manual/System Name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05748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C97528C-8636-4F37-9985-2F642A42C8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ko-KR"/>
              <a:t>- </a:t>
            </a:r>
            <a:fld id="{B60A96F6-F9DD-4342-BDC2-08EDD3D0DC79}" type="slidenum">
              <a:rPr lang="en-US" altLang="ko-KR" smtClean="0"/>
              <a:pPr/>
              <a:t>5</a:t>
            </a:fld>
            <a:r>
              <a:rPr lang="en-US" altLang="ko-KR"/>
              <a:t> -</a:t>
            </a:r>
          </a:p>
        </p:txBody>
      </p:sp>
      <p:sp>
        <p:nvSpPr>
          <p:cNvPr id="12" name="Text Box 3">
            <a:extLst>
              <a:ext uri="{FF2B5EF4-FFF2-40B4-BE49-F238E27FC236}">
                <a16:creationId xmlns:a16="http://schemas.microsoft.com/office/drawing/2014/main" id="{5DD4069A-9BF2-47D7-93BE-D25C4EF8F5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60463"/>
            <a:ext cx="9109075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2730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작성지침</a:t>
            </a:r>
            <a:r>
              <a:rPr lang="en-US" altLang="ko-KR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](</a:t>
            </a:r>
            <a:r>
              <a:rPr lang="ko-KR" altLang="en-US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계속</a:t>
            </a:r>
            <a:r>
              <a:rPr lang="en-US" altLang="ko-KR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altLang="ko-KR" sz="1000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l" eaLnBrk="1" hangingPunct="1">
              <a:lnSpc>
                <a:spcPct val="140000"/>
              </a:lnSpc>
            </a:pP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</a:t>
            </a: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49DB6B22-8CE1-4322-8BE6-62197E7401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7485" y="3434200"/>
            <a:ext cx="2044700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pPr algn="l" latinLnBrk="0">
              <a:spcBef>
                <a:spcPct val="50000"/>
              </a:spcBef>
            </a:pP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9) </a:t>
            </a:r>
            <a:r>
              <a:rPr kumimoji="0"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데이터베이스</a:t>
            </a:r>
            <a:r>
              <a:rPr kumimoji="0"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kumimoji="0"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시스템 </a:t>
            </a:r>
          </a:p>
          <a:p>
            <a:pPr algn="l" latinLnBrk="0">
              <a:spcBef>
                <a:spcPct val="50000"/>
              </a:spcBef>
            </a:pPr>
            <a:r>
              <a:rPr kumimoji="0"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(Database/System)</a:t>
            </a:r>
          </a:p>
        </p:txBody>
      </p:sp>
      <p:sp>
        <p:nvSpPr>
          <p:cNvPr id="14" name="Rectangle 20">
            <a:extLst>
              <a:ext uri="{FF2B5EF4-FFF2-40B4-BE49-F238E27FC236}">
                <a16:creationId xmlns:a16="http://schemas.microsoft.com/office/drawing/2014/main" id="{E0AEAFC6-8397-43FA-A83D-A920BA09CE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417" y="1792300"/>
            <a:ext cx="1703388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600"/>
              </a:spcBef>
            </a:pP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4) </a:t>
            </a:r>
            <a:r>
              <a:rPr kumimoji="0"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판단</a:t>
            </a:r>
            <a:r>
              <a:rPr kumimoji="0"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kumimoji="0"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분기 활동</a:t>
            </a:r>
            <a:endParaRPr kumimoji="0"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spcBef>
                <a:spcPts val="600"/>
              </a:spcBef>
            </a:pPr>
            <a:r>
              <a:rPr kumimoji="0"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(Decision Activity Name)</a:t>
            </a:r>
            <a:endParaRPr kumimoji="0"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80EA569B-4642-4A0A-8D4C-8B9356CE62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9596" y="1792300"/>
            <a:ext cx="1701107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pPr algn="l" latinLnBrk="0">
              <a:spcBef>
                <a:spcPct val="50000"/>
              </a:spcBef>
            </a:pP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5) </a:t>
            </a:r>
            <a:r>
              <a:rPr kumimoji="0"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데이터</a:t>
            </a:r>
            <a:r>
              <a:rPr kumimoji="0"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kumimoji="0"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정보 </a:t>
            </a:r>
            <a:r>
              <a:rPr kumimoji="0" lang="en-US" altLang="ko-KR" sz="1000" dirty="0">
                <a:latin typeface="맑은 고딕" pitchFamily="50" charset="-127"/>
                <a:ea typeface="맑은 고딕" pitchFamily="50" charset="-127"/>
              </a:rPr>
              <a:t>Source</a:t>
            </a:r>
          </a:p>
          <a:p>
            <a:pPr algn="l" latinLnBrk="0">
              <a:spcBef>
                <a:spcPct val="50000"/>
              </a:spcBef>
            </a:pPr>
            <a:r>
              <a:rPr kumimoji="0" lang="en-US" altLang="ko-KR" sz="1000" dirty="0">
                <a:latin typeface="맑은 고딕" pitchFamily="50" charset="-127"/>
                <a:ea typeface="맑은 고딕" pitchFamily="50" charset="-127"/>
              </a:rPr>
              <a:t>(Data/Information Source)</a:t>
            </a:r>
          </a:p>
        </p:txBody>
      </p:sp>
      <p:sp>
        <p:nvSpPr>
          <p:cNvPr id="16" name="Rectangle 22">
            <a:extLst>
              <a:ext uri="{FF2B5EF4-FFF2-40B4-BE49-F238E27FC236}">
                <a16:creationId xmlns:a16="http://schemas.microsoft.com/office/drawing/2014/main" id="{E6348758-677C-4438-BD48-CAB6B8E0EF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7485" y="1792300"/>
            <a:ext cx="864339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pPr algn="l" latinLnBrk="0">
              <a:spcBef>
                <a:spcPct val="50000"/>
              </a:spcBef>
            </a:pP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6) </a:t>
            </a:r>
            <a:r>
              <a:rPr kumimoji="0" lang="ko-KR" altLang="en-US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연결자</a:t>
            </a:r>
            <a:endParaRPr kumimoji="0"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latinLnBrk="0">
              <a:spcBef>
                <a:spcPct val="50000"/>
              </a:spcBef>
            </a:pPr>
            <a:r>
              <a:rPr kumimoji="0"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(Connector)</a:t>
            </a:r>
          </a:p>
        </p:txBody>
      </p:sp>
      <p:sp>
        <p:nvSpPr>
          <p:cNvPr id="17" name="Rectangle 23">
            <a:extLst>
              <a:ext uri="{FF2B5EF4-FFF2-40B4-BE49-F238E27FC236}">
                <a16:creationId xmlns:a16="http://schemas.microsoft.com/office/drawing/2014/main" id="{51198525-F135-4987-BDC2-837DD5BAF2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417" y="3434200"/>
            <a:ext cx="1205779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pPr latinLnBrk="0">
              <a:spcBef>
                <a:spcPct val="50000"/>
              </a:spcBef>
            </a:pP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7) </a:t>
            </a:r>
            <a:r>
              <a:rPr kumimoji="0"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연결선</a:t>
            </a:r>
          </a:p>
          <a:p>
            <a:pPr latinLnBrk="0">
              <a:spcBef>
                <a:spcPct val="50000"/>
              </a:spcBef>
            </a:pPr>
            <a:r>
              <a:rPr kumimoji="0"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(Connection Line)</a:t>
            </a:r>
          </a:p>
        </p:txBody>
      </p:sp>
      <p:sp>
        <p:nvSpPr>
          <p:cNvPr id="18" name="Rectangle 24">
            <a:extLst>
              <a:ext uri="{FF2B5EF4-FFF2-40B4-BE49-F238E27FC236}">
                <a16:creationId xmlns:a16="http://schemas.microsoft.com/office/drawing/2014/main" id="{D46D2FB1-8C0B-420D-827F-3BC020A54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9596" y="3434200"/>
            <a:ext cx="1170512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pPr algn="l" latinLnBrk="0">
              <a:spcBef>
                <a:spcPct val="50000"/>
              </a:spcBef>
            </a:pP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8) </a:t>
            </a:r>
            <a:r>
              <a:rPr kumimoji="0"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리포트</a:t>
            </a:r>
            <a:r>
              <a:rPr kumimoji="0"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kumimoji="0"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산출물</a:t>
            </a:r>
          </a:p>
          <a:p>
            <a:pPr algn="l" latinLnBrk="0">
              <a:spcBef>
                <a:spcPct val="50000"/>
              </a:spcBef>
            </a:pPr>
            <a:r>
              <a:rPr kumimoji="0"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(Report/Output)</a:t>
            </a:r>
          </a:p>
        </p:txBody>
      </p:sp>
      <p:sp>
        <p:nvSpPr>
          <p:cNvPr id="19" name="Rectangle 27">
            <a:extLst>
              <a:ext uri="{FF2B5EF4-FFF2-40B4-BE49-F238E27FC236}">
                <a16:creationId xmlns:a16="http://schemas.microsoft.com/office/drawing/2014/main" id="{DCEB3E16-05FB-41A4-9C8A-1B7B31A30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888" y="5173663"/>
            <a:ext cx="5463355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pPr algn="l" eaLnBrk="1" hangingPunct="1">
              <a:lnSpc>
                <a:spcPct val="110000"/>
              </a:lnSpc>
            </a:pP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⑤ Activity(M)</a:t>
            </a:r>
          </a:p>
          <a:p>
            <a:pPr algn="l" eaLnBrk="1" hangingPunct="1">
              <a:lnSpc>
                <a:spcPct val="110000"/>
              </a:lnSpc>
            </a:pP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Process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별 하위 단계의 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Activity ID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와 설명을 입력하되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수행 주체와 시스템을 기재한다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000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/>
            <a:endParaRPr lang="ko-KR" altLang="en-US" sz="1000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/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20" name="AutoShape 48">
            <a:extLst>
              <a:ext uri="{FF2B5EF4-FFF2-40B4-BE49-F238E27FC236}">
                <a16:creationId xmlns:a16="http://schemas.microsoft.com/office/drawing/2014/main" id="{B6D98540-C0E2-459F-9748-B514F16D40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417" y="2339426"/>
            <a:ext cx="1473436" cy="576262"/>
          </a:xfrm>
          <a:prstGeom prst="diamond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 anchorCtr="1"/>
          <a:lstStyle/>
          <a:p>
            <a:pPr eaLnBrk="0" latinLnBrk="0" hangingPunct="0">
              <a:lnSpc>
                <a:spcPct val="100000"/>
              </a:lnSpc>
            </a:pPr>
            <a:r>
              <a:rPr kumimoji="0" lang="en-US" altLang="ko-KR" sz="1000" dirty="0">
                <a:latin typeface="맑은 고딕" pitchFamily="50" charset="-127"/>
                <a:ea typeface="맑은 고딕" pitchFamily="50" charset="-127"/>
              </a:rPr>
              <a:t>Decision </a:t>
            </a:r>
          </a:p>
          <a:p>
            <a:pPr eaLnBrk="0" latinLnBrk="0" hangingPunct="0">
              <a:lnSpc>
                <a:spcPct val="100000"/>
              </a:lnSpc>
            </a:pPr>
            <a:r>
              <a:rPr kumimoji="0" lang="en-US" altLang="ko-KR" sz="1000" dirty="0">
                <a:latin typeface="맑은 고딕" pitchFamily="50" charset="-127"/>
                <a:ea typeface="맑은 고딕" pitchFamily="50" charset="-127"/>
              </a:rPr>
              <a:t>Activity Name</a:t>
            </a:r>
          </a:p>
        </p:txBody>
      </p:sp>
      <p:sp>
        <p:nvSpPr>
          <p:cNvPr id="21" name="AutoShape 64">
            <a:extLst>
              <a:ext uri="{FF2B5EF4-FFF2-40B4-BE49-F238E27FC236}">
                <a16:creationId xmlns:a16="http://schemas.microsoft.com/office/drawing/2014/main" id="{28524B64-FA59-4614-99ED-45F9FA9BA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1734" y="2339426"/>
            <a:ext cx="1448032" cy="608012"/>
          </a:xfrm>
          <a:prstGeom prst="flowChartOnlineStorage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rIns="36000" anchor="ctr"/>
          <a:lstStyle/>
          <a:p>
            <a:pPr eaLnBrk="0" latinLnBrk="0" hangingPunct="0">
              <a:lnSpc>
                <a:spcPct val="100000"/>
              </a:lnSpc>
            </a:pPr>
            <a:r>
              <a:rPr kumimoji="0"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Data or </a:t>
            </a:r>
            <a:r>
              <a:rPr kumimoji="0" lang="en-US" altLang="ko-KR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Infor</a:t>
            </a:r>
            <a:r>
              <a:rPr kumimoji="0"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</a:p>
          <a:p>
            <a:pPr eaLnBrk="0" latinLnBrk="0" hangingPunct="0">
              <a:lnSpc>
                <a:spcPct val="100000"/>
              </a:lnSpc>
            </a:pPr>
            <a:r>
              <a:rPr kumimoji="0" lang="en-US" altLang="ko-KR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mation</a:t>
            </a:r>
            <a:r>
              <a:rPr kumimoji="0"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Source</a:t>
            </a:r>
          </a:p>
        </p:txBody>
      </p:sp>
      <p:sp>
        <p:nvSpPr>
          <p:cNvPr id="22" name="AutoShape 52">
            <a:extLst>
              <a:ext uri="{FF2B5EF4-FFF2-40B4-BE49-F238E27FC236}">
                <a16:creationId xmlns:a16="http://schemas.microsoft.com/office/drawing/2014/main" id="{666DDACC-768A-4BB3-A24A-8920927571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9623" y="2339426"/>
            <a:ext cx="381061" cy="381000"/>
          </a:xfrm>
          <a:prstGeom prst="flowChartConnector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latinLnBrk="0" hangingPunct="0">
              <a:lnSpc>
                <a:spcPct val="100000"/>
              </a:lnSpc>
              <a:spcBef>
                <a:spcPct val="50000"/>
              </a:spcBef>
            </a:pPr>
            <a:r>
              <a:rPr kumimoji="0"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</a:t>
            </a:r>
          </a:p>
        </p:txBody>
      </p:sp>
      <p:cxnSp>
        <p:nvCxnSpPr>
          <p:cNvPr id="23" name="AutoShape 73">
            <a:extLst>
              <a:ext uri="{FF2B5EF4-FFF2-40B4-BE49-F238E27FC236}">
                <a16:creationId xmlns:a16="http://schemas.microsoft.com/office/drawing/2014/main" id="{C06D05D4-B6A2-4DF2-8EB7-7708B22CB55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831417" y="4046388"/>
            <a:ext cx="865326" cy="287338"/>
          </a:xfrm>
          <a:prstGeom prst="bentConnector3">
            <a:avLst>
              <a:gd name="adj1" fmla="val 49907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24" name="AutoShape 65">
            <a:extLst>
              <a:ext uri="{FF2B5EF4-FFF2-40B4-BE49-F238E27FC236}">
                <a16:creationId xmlns:a16="http://schemas.microsoft.com/office/drawing/2014/main" id="{27F458F2-0D1B-4277-9428-C454B40652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1734" y="4046388"/>
            <a:ext cx="1143183" cy="762000"/>
          </a:xfrm>
          <a:prstGeom prst="flowChartDocumen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latinLnBrk="0" hangingPunct="0">
              <a:lnSpc>
                <a:spcPct val="100000"/>
              </a:lnSpc>
              <a:spcBef>
                <a:spcPct val="50000"/>
              </a:spcBef>
            </a:pPr>
            <a:r>
              <a:rPr kumimoji="0" lang="en-US" altLang="ko-KR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Report Name</a:t>
            </a:r>
          </a:p>
        </p:txBody>
      </p:sp>
      <p:sp>
        <p:nvSpPr>
          <p:cNvPr id="25" name="AutoShape 66">
            <a:extLst>
              <a:ext uri="{FF2B5EF4-FFF2-40B4-BE49-F238E27FC236}">
                <a16:creationId xmlns:a16="http://schemas.microsoft.com/office/drawing/2014/main" id="{8FE9DFCD-84C0-4CAD-A6A4-2A7270CB8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9623" y="4046388"/>
            <a:ext cx="1143183" cy="762000"/>
          </a:xfrm>
          <a:prstGeom prst="flowChartMagneticDisk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latinLnBrk="0" hangingPunct="0">
              <a:lnSpc>
                <a:spcPct val="100000"/>
              </a:lnSpc>
              <a:spcBef>
                <a:spcPct val="10000"/>
              </a:spcBef>
            </a:pPr>
            <a:r>
              <a:rPr kumimoji="0" lang="en-US" altLang="ko-KR" sz="1000" dirty="0">
                <a:latin typeface="맑은 고딕" pitchFamily="50" charset="-127"/>
                <a:ea typeface="맑은 고딕" pitchFamily="50" charset="-127"/>
              </a:rPr>
              <a:t>Database or</a:t>
            </a:r>
          </a:p>
          <a:p>
            <a:pPr eaLnBrk="0" latinLnBrk="0" hangingPunct="0">
              <a:lnSpc>
                <a:spcPct val="100000"/>
              </a:lnSpc>
              <a:spcBef>
                <a:spcPct val="10000"/>
              </a:spcBef>
            </a:pPr>
            <a:r>
              <a:rPr kumimoji="0" lang="en-US" altLang="ko-KR" sz="1000" dirty="0">
                <a:latin typeface="맑은 고딕" pitchFamily="50" charset="-127"/>
                <a:ea typeface="맑은 고딕" pitchFamily="50" charset="-127"/>
              </a:rPr>
              <a:t>System Name</a:t>
            </a:r>
          </a:p>
        </p:txBody>
      </p:sp>
    </p:spTree>
    <p:extLst>
      <p:ext uri="{BB962C8B-B14F-4D97-AF65-F5344CB8AC3E}">
        <p14:creationId xmlns:p14="http://schemas.microsoft.com/office/powerpoint/2010/main" val="827499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C97528C-8636-4F37-9985-2F642A42C8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ko-KR"/>
              <a:t>- </a:t>
            </a:r>
            <a:fld id="{B60A96F6-F9DD-4342-BDC2-08EDD3D0DC79}" type="slidenum">
              <a:rPr lang="en-US" altLang="ko-KR" smtClean="0"/>
              <a:pPr/>
              <a:t>6</a:t>
            </a:fld>
            <a:r>
              <a:rPr lang="en-US" altLang="ko-KR"/>
              <a:t> -</a:t>
            </a:r>
          </a:p>
        </p:txBody>
      </p:sp>
      <p:sp>
        <p:nvSpPr>
          <p:cNvPr id="26" name="Text Box 2">
            <a:extLst>
              <a:ext uri="{FF2B5EF4-FFF2-40B4-BE49-F238E27FC236}">
                <a16:creationId xmlns:a16="http://schemas.microsoft.com/office/drawing/2014/main" id="{5EAC43D9-05CE-4C8C-B4D2-FC8269AC2D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60463"/>
            <a:ext cx="9109075" cy="3034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2730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작성지침</a:t>
            </a:r>
            <a:r>
              <a:rPr lang="en-US" altLang="ko-KR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](</a:t>
            </a:r>
            <a:r>
              <a:rPr lang="ko-KR" altLang="en-US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계속</a:t>
            </a:r>
            <a:r>
              <a:rPr lang="en-US" altLang="ko-KR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altLang="ko-KR" sz="1000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l" eaLnBrk="1" hangingPunct="1">
              <a:lnSpc>
                <a:spcPct val="140000"/>
              </a:lnSpc>
            </a:pPr>
            <a:endParaRPr lang="en-US" altLang="ko-KR" sz="1000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lnSpc>
                <a:spcPct val="140000"/>
              </a:lnSpc>
            </a:pPr>
            <a:r>
              <a:rPr lang="en-US" altLang="ko-KR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●</a:t>
            </a:r>
            <a:r>
              <a:rPr lang="en-US" altLang="ko-KR" sz="16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입력물</a:t>
            </a:r>
            <a:endParaRPr lang="ko-KR" altLang="en-US" sz="1600" b="1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l" eaLnBrk="1" hangingPunct="1">
              <a:lnSpc>
                <a:spcPct val="140000"/>
              </a:lnSpc>
              <a:buFontTx/>
              <a:buChar char="•"/>
            </a:pP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회의록</a:t>
            </a:r>
          </a:p>
          <a:p>
            <a:pPr lvl="1" algn="l" eaLnBrk="1" hangingPunct="1">
              <a:lnSpc>
                <a:spcPct val="140000"/>
              </a:lnSpc>
              <a:buFontTx/>
              <a:buChar char="•"/>
            </a:pP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Product Backlog</a:t>
            </a:r>
          </a:p>
          <a:p>
            <a:pPr lvl="1" algn="l" eaLnBrk="1" hangingPunct="1">
              <a:lnSpc>
                <a:spcPct val="140000"/>
              </a:lnSpc>
            </a:pPr>
            <a:endParaRPr lang="ko-KR" altLang="en-US" sz="1000" b="1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lnSpc>
                <a:spcPct val="40000"/>
              </a:lnSpc>
            </a:pPr>
            <a:endParaRPr lang="ko-KR" altLang="en-US" sz="1800" b="1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lnSpc>
                <a:spcPct val="70000"/>
              </a:lnSpc>
            </a:pPr>
            <a:r>
              <a:rPr lang="ko-KR" altLang="en-US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●</a:t>
            </a:r>
            <a:r>
              <a:rPr lang="ko-KR" altLang="en-US" sz="16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관련 도구 </a:t>
            </a:r>
            <a:r>
              <a:rPr lang="en-US" altLang="ko-KR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&amp; </a:t>
            </a:r>
            <a:r>
              <a:rPr lang="ko-KR" altLang="en-US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기법</a:t>
            </a:r>
          </a:p>
          <a:p>
            <a:pPr lvl="1" algn="l" eaLnBrk="1" hangingPunct="1">
              <a:lnSpc>
                <a:spcPct val="140000"/>
              </a:lnSpc>
              <a:buFontTx/>
              <a:buChar char="•"/>
            </a:pP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인터뷰 </a:t>
            </a:r>
          </a:p>
          <a:p>
            <a:pPr lvl="1" algn="l" eaLnBrk="1" hangingPunct="1">
              <a:lnSpc>
                <a:spcPct val="140000"/>
              </a:lnSpc>
              <a:buFontTx/>
              <a:buChar char="•"/>
            </a:pP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MS Visio</a:t>
            </a:r>
          </a:p>
          <a:p>
            <a:pPr lvl="1" algn="l" eaLnBrk="1" hangingPunct="1">
              <a:lnSpc>
                <a:spcPct val="140000"/>
              </a:lnSpc>
              <a:buFontTx/>
              <a:buChar char="•"/>
            </a:pPr>
            <a:endParaRPr lang="en-US" altLang="ko-KR" sz="1000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lnSpc>
                <a:spcPct val="140000"/>
              </a:lnSpc>
            </a:pPr>
            <a:r>
              <a:rPr lang="en-US" altLang="ko-KR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●</a:t>
            </a:r>
            <a:r>
              <a:rPr lang="en-US" altLang="ko-KR" sz="16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지침 및 고려사항</a:t>
            </a:r>
          </a:p>
          <a:p>
            <a:pPr lvl="1" algn="l" eaLnBrk="1" hangingPunct="1">
              <a:lnSpc>
                <a:spcPct val="140000"/>
              </a:lnSpc>
              <a:buFontTx/>
              <a:buChar char="•"/>
            </a:pP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현행 업무 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Flow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 대한 문서가 있으면 현행 업무 문서 양식으로 작성된 내용을 삽입하여 처리할 수 있다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906646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1" name="Rectangle 33"/>
          <p:cNvSpPr>
            <a:spLocks noChangeArrowheads="1"/>
          </p:cNvSpPr>
          <p:nvPr/>
        </p:nvSpPr>
        <p:spPr bwMode="auto">
          <a:xfrm>
            <a:off x="2378456" y="115888"/>
            <a:ext cx="3393032" cy="4175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100000"/>
              </a:lnSpc>
            </a:pPr>
            <a:endParaRPr lang="ko-KR" altLang="en-US" sz="15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94" name="표 2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1806993"/>
              </p:ext>
            </p:extLst>
          </p:nvPr>
        </p:nvGraphicFramePr>
        <p:xfrm>
          <a:off x="273057" y="1309037"/>
          <a:ext cx="9355415" cy="5015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0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07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4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541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선행 </a:t>
                      </a:r>
                      <a:r>
                        <a:rPr kumimoji="0" lang="en-US" altLang="ko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Process</a:t>
                      </a:r>
                      <a:endParaRPr kumimoji="0" lang="ko-KR" alt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Process</a:t>
                      </a:r>
                      <a:endParaRPr kumimoji="0" lang="ko-KR" alt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후행 </a:t>
                      </a:r>
                      <a:r>
                        <a:rPr kumimoji="0" lang="en-US" altLang="ko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Process</a:t>
                      </a:r>
                      <a:endParaRPr kumimoji="0" lang="ko-KR" alt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98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7800" lvl="0" indent="-177800" algn="l">
                        <a:lnSpc>
                          <a:spcPct val="130000"/>
                        </a:lnSpc>
                        <a:buFont typeface="Arial" pitchFamily="34" charset="0"/>
                        <a:buChar char="•"/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7800" lvl="0" indent="-177800" algn="l">
                        <a:buFontTx/>
                        <a:buChar char="•"/>
                      </a:pPr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7800" lvl="0" indent="-177800" algn="l">
                        <a:buFontTx/>
                        <a:buChar char="•"/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96" name="표 29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51705"/>
              </p:ext>
            </p:extLst>
          </p:nvPr>
        </p:nvGraphicFramePr>
        <p:xfrm>
          <a:off x="269510" y="947579"/>
          <a:ext cx="9360000" cy="2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1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0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49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89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00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50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Process</a:t>
                      </a:r>
                      <a:endParaRPr kumimoji="0" lang="ko-KR" alt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kern="0" dirty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PID.4.1.1.</a:t>
                      </a:r>
                      <a:r>
                        <a:rPr kumimoji="0" lang="ko-KR" altLang="en-US" sz="1000" b="1" kern="0" dirty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0" lang="en-US" altLang="ko-KR" sz="1000" b="1" kern="0" dirty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ONE</a:t>
                      </a:r>
                      <a:r>
                        <a:rPr kumimoji="0" lang="ko-KR" altLang="en-US" sz="1000" b="1" kern="0" dirty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콘</a:t>
                      </a:r>
                      <a:endParaRPr kumimoji="0" lang="ko-KR" alt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Path</a:t>
                      </a:r>
                      <a:endParaRPr kumimoji="0" lang="ko-KR" alt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ONE</a:t>
                      </a:r>
                      <a:r>
                        <a:rPr kumimoji="0" lang="ko-KR" altLang="en-US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콘</a:t>
                      </a:r>
                      <a:r>
                        <a:rPr kumimoji="0" lang="en-US" altLang="ko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 &gt; ONE</a:t>
                      </a:r>
                      <a:r>
                        <a:rPr kumimoji="0" lang="ko-KR" altLang="en-US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작성일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2017.04.13</a:t>
                      </a:r>
                      <a:endParaRPr kumimoji="0" lang="ko-KR" alt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4" name="그룹 23"/>
          <p:cNvGrpSpPr/>
          <p:nvPr/>
        </p:nvGrpSpPr>
        <p:grpSpPr>
          <a:xfrm>
            <a:off x="2036862" y="1757411"/>
            <a:ext cx="1092437" cy="888701"/>
            <a:chOff x="2360712" y="1976326"/>
            <a:chExt cx="1092437" cy="888701"/>
          </a:xfrm>
        </p:grpSpPr>
        <p:sp>
          <p:nvSpPr>
            <p:cNvPr id="231" name="Rectangle 586"/>
            <p:cNvSpPr>
              <a:spLocks noChangeArrowheads="1"/>
            </p:cNvSpPr>
            <p:nvPr/>
          </p:nvSpPr>
          <p:spPr bwMode="auto">
            <a:xfrm>
              <a:off x="2360712" y="2157003"/>
              <a:ext cx="1092437" cy="522158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lvl="0" eaLnBrk="0" hangingPunct="0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PID.4.1.1.1</a:t>
              </a:r>
            </a:p>
            <a:p>
              <a:pPr lvl="0" eaLnBrk="0" hangingPunct="0"/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ONE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콘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lvl="0" eaLnBrk="0" hangingPunct="0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 리스트</a:t>
              </a:r>
            </a:p>
          </p:txBody>
        </p:sp>
        <p:sp>
          <p:nvSpPr>
            <p:cNvPr id="232" name="Rectangle 587"/>
            <p:cNvSpPr>
              <a:spLocks noChangeArrowheads="1"/>
            </p:cNvSpPr>
            <p:nvPr/>
          </p:nvSpPr>
          <p:spPr bwMode="auto">
            <a:xfrm>
              <a:off x="2360712" y="1976326"/>
              <a:ext cx="1092437" cy="19211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>
                <a:lnSpc>
                  <a:spcPct val="100000"/>
                </a:lnSpc>
                <a:spcAft>
                  <a:spcPct val="0"/>
                </a:spcAft>
                <a:buSzTx/>
                <a:buFont typeface="Wingdings" pitchFamily="2" charset="2"/>
                <a:buNone/>
              </a:pPr>
              <a:r>
                <a:rPr lang="en-US" altLang="ko-KR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charset="0"/>
                </a:rPr>
                <a:t>B2C</a:t>
              </a:r>
              <a:r>
                <a:rPr lang="ko-KR" altLang="en-US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charset="0"/>
                </a:rPr>
                <a:t>고객</a:t>
              </a:r>
            </a:p>
          </p:txBody>
        </p:sp>
        <p:sp>
          <p:nvSpPr>
            <p:cNvPr id="233" name="Rectangle 588"/>
            <p:cNvSpPr>
              <a:spLocks noChangeArrowheads="1"/>
            </p:cNvSpPr>
            <p:nvPr/>
          </p:nvSpPr>
          <p:spPr bwMode="auto">
            <a:xfrm>
              <a:off x="2360712" y="2672916"/>
              <a:ext cx="1092437" cy="19211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>
                <a:buSzTx/>
              </a:pPr>
              <a:r>
                <a:rPr lang="en-US" altLang="ko-KR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charset="0"/>
                </a:rPr>
                <a:t>Mobile Web/App</a:t>
              </a:r>
              <a:endParaRPr lang="ko-KR" altLang="en-US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charset="0"/>
              </a:endParaRPr>
            </a:p>
          </p:txBody>
        </p:sp>
      </p:grpSp>
      <p:grpSp>
        <p:nvGrpSpPr>
          <p:cNvPr id="77" name="그룹 76"/>
          <p:cNvGrpSpPr/>
          <p:nvPr/>
        </p:nvGrpSpPr>
        <p:grpSpPr>
          <a:xfrm>
            <a:off x="8300458" y="5168054"/>
            <a:ext cx="1206000" cy="625787"/>
            <a:chOff x="8318546" y="4198461"/>
            <a:chExt cx="1206000" cy="475561"/>
          </a:xfrm>
        </p:grpSpPr>
        <p:sp>
          <p:nvSpPr>
            <p:cNvPr id="78" name="Rectangle 47"/>
            <p:cNvSpPr>
              <a:spLocks noChangeArrowheads="1"/>
            </p:cNvSpPr>
            <p:nvPr/>
          </p:nvSpPr>
          <p:spPr bwMode="auto">
            <a:xfrm>
              <a:off x="8318546" y="4350022"/>
              <a:ext cx="1206000" cy="324000"/>
            </a:xfrm>
            <a:prstGeom prst="rect">
              <a:avLst/>
            </a:prstGeom>
            <a:noFill/>
            <a:ln w="12700" algn="ctr">
              <a:solidFill>
                <a:sysClr val="windowText" lastClr="000000">
                  <a:lumMod val="50000"/>
                  <a:lumOff val="50000"/>
                </a:sys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000" kern="0" noProof="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SMS, MAIL </a:t>
              </a:r>
              <a:r>
                <a:rPr kumimoji="0" lang="ko-KR" altLang="en-US" sz="1000" kern="0" noProof="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전송</a:t>
              </a:r>
              <a:endPara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9" name="Rectangle 45"/>
            <p:cNvSpPr>
              <a:spLocks noChangeArrowheads="1"/>
            </p:cNvSpPr>
            <p:nvPr/>
          </p:nvSpPr>
          <p:spPr bwMode="gray">
            <a:xfrm>
              <a:off x="8318546" y="4198461"/>
              <a:ext cx="1206000" cy="144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ysClr val="window" lastClr="FFFFFF">
                  <a:lumMod val="50000"/>
                </a:sysClr>
              </a:solidFill>
              <a:miter lim="800000"/>
              <a:headEnd/>
              <a:tailEnd/>
            </a:ln>
          </p:spPr>
          <p:txBody>
            <a:bodyPr wrap="none" lIns="72000" tIns="72000" rIns="72000" bIns="72000" anchor="ctr"/>
            <a:lstStyle/>
            <a:p>
              <a:r>
                <a:rPr kumimoji="0"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PID.8.1.1</a:t>
              </a:r>
            </a:p>
          </p:txBody>
        </p:sp>
      </p:grpSp>
      <p:cxnSp>
        <p:nvCxnSpPr>
          <p:cNvPr id="95" name="꺾인 연결선 34"/>
          <p:cNvCxnSpPr>
            <a:cxnSpLocks noChangeShapeType="1"/>
            <a:stCxn id="81" idx="3"/>
            <a:endCxn id="231" idx="1"/>
          </p:cNvCxnSpPr>
          <p:nvPr/>
        </p:nvCxnSpPr>
        <p:spPr bwMode="auto">
          <a:xfrm>
            <a:off x="1557831" y="2196705"/>
            <a:ext cx="479031" cy="2462"/>
          </a:xfrm>
          <a:prstGeom prst="straightConnector1">
            <a:avLst/>
          </a:prstGeom>
          <a:noFill/>
          <a:ln w="9525" algn="ctr">
            <a:solidFill>
              <a:srgbClr val="7F7F7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80" name="그룹 79"/>
          <p:cNvGrpSpPr/>
          <p:nvPr/>
        </p:nvGrpSpPr>
        <p:grpSpPr>
          <a:xfrm>
            <a:off x="351831" y="1784093"/>
            <a:ext cx="1206000" cy="625786"/>
            <a:chOff x="8318546" y="4198462"/>
            <a:chExt cx="1206000" cy="475560"/>
          </a:xfrm>
        </p:grpSpPr>
        <p:sp>
          <p:nvSpPr>
            <p:cNvPr id="81" name="Rectangle 47"/>
            <p:cNvSpPr>
              <a:spLocks noChangeArrowheads="1"/>
            </p:cNvSpPr>
            <p:nvPr/>
          </p:nvSpPr>
          <p:spPr bwMode="auto">
            <a:xfrm>
              <a:off x="8318546" y="4350022"/>
              <a:ext cx="1206000" cy="324000"/>
            </a:xfrm>
            <a:prstGeom prst="rect">
              <a:avLst/>
            </a:prstGeom>
            <a:noFill/>
            <a:ln w="12700" algn="ctr">
              <a:solidFill>
                <a:sysClr val="windowText" lastClr="000000">
                  <a:lumMod val="50000"/>
                  <a:lumOff val="50000"/>
                </a:sys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i="0" kern="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메인 화면</a:t>
              </a:r>
              <a:endPara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2" name="Rectangle 45"/>
            <p:cNvSpPr>
              <a:spLocks noChangeArrowheads="1"/>
            </p:cNvSpPr>
            <p:nvPr/>
          </p:nvSpPr>
          <p:spPr bwMode="gray">
            <a:xfrm>
              <a:off x="8318546" y="4198462"/>
              <a:ext cx="1206000" cy="144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ysClr val="window" lastClr="FFFFFF">
                  <a:lumMod val="50000"/>
                </a:sysClr>
              </a:solidFill>
              <a:miter lim="800000"/>
              <a:headEnd/>
              <a:tailEnd/>
            </a:ln>
          </p:spPr>
          <p:txBody>
            <a:bodyPr wrap="none" lIns="72000" tIns="72000" rIns="72000" bIns="72000" anchor="ctr"/>
            <a:lstStyle/>
            <a:p>
              <a:r>
                <a:rPr kumimoji="0"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PID.1.1.1</a:t>
              </a:r>
            </a:p>
          </p:txBody>
        </p:sp>
      </p:grpSp>
      <p:grpSp>
        <p:nvGrpSpPr>
          <p:cNvPr id="29" name="그룹 28"/>
          <p:cNvGrpSpPr/>
          <p:nvPr/>
        </p:nvGrpSpPr>
        <p:grpSpPr>
          <a:xfrm>
            <a:off x="2036861" y="2785306"/>
            <a:ext cx="1092437" cy="888701"/>
            <a:chOff x="2360712" y="1976326"/>
            <a:chExt cx="1092437" cy="888701"/>
          </a:xfrm>
        </p:grpSpPr>
        <p:sp>
          <p:nvSpPr>
            <p:cNvPr id="30" name="Rectangle 586"/>
            <p:cNvSpPr>
              <a:spLocks noChangeArrowheads="1"/>
            </p:cNvSpPr>
            <p:nvPr/>
          </p:nvSpPr>
          <p:spPr bwMode="auto">
            <a:xfrm>
              <a:off x="2360712" y="2157003"/>
              <a:ext cx="1092437" cy="522158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lvl="0" eaLnBrk="0" hangingPunct="0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PID.4.1.2.1</a:t>
              </a:r>
            </a:p>
            <a:p>
              <a:pPr lvl="0" eaLnBrk="0" hangingPunct="0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 상세조회</a:t>
              </a:r>
            </a:p>
          </p:txBody>
        </p:sp>
        <p:sp>
          <p:nvSpPr>
            <p:cNvPr id="31" name="Rectangle 587"/>
            <p:cNvSpPr>
              <a:spLocks noChangeArrowheads="1"/>
            </p:cNvSpPr>
            <p:nvPr/>
          </p:nvSpPr>
          <p:spPr bwMode="auto">
            <a:xfrm>
              <a:off x="2360712" y="1976326"/>
              <a:ext cx="1092437" cy="19211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>
                <a:lnSpc>
                  <a:spcPct val="100000"/>
                </a:lnSpc>
                <a:spcAft>
                  <a:spcPct val="0"/>
                </a:spcAft>
                <a:buSzTx/>
                <a:buFont typeface="Wingdings" pitchFamily="2" charset="2"/>
                <a:buNone/>
              </a:pPr>
              <a:r>
                <a:rPr lang="en-US" altLang="ko-KR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charset="0"/>
                </a:rPr>
                <a:t>B2C</a:t>
              </a:r>
              <a:r>
                <a:rPr lang="ko-KR" altLang="en-US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charset="0"/>
                </a:rPr>
                <a:t>고객</a:t>
              </a:r>
            </a:p>
          </p:txBody>
        </p:sp>
        <p:sp>
          <p:nvSpPr>
            <p:cNvPr id="32" name="Rectangle 588"/>
            <p:cNvSpPr>
              <a:spLocks noChangeArrowheads="1"/>
            </p:cNvSpPr>
            <p:nvPr/>
          </p:nvSpPr>
          <p:spPr bwMode="auto">
            <a:xfrm>
              <a:off x="2360712" y="2672916"/>
              <a:ext cx="1092437" cy="19211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>
                <a:buSzTx/>
              </a:pPr>
              <a:r>
                <a:rPr lang="en-US" altLang="ko-KR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charset="0"/>
                </a:rPr>
                <a:t>Mobile Web/App</a:t>
              </a:r>
              <a:endParaRPr lang="ko-KR" altLang="en-US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charset="0"/>
              </a:endParaRPr>
            </a:p>
          </p:txBody>
        </p:sp>
      </p:grpSp>
      <p:cxnSp>
        <p:nvCxnSpPr>
          <p:cNvPr id="33" name="꺾인 연결선 32"/>
          <p:cNvCxnSpPr>
            <a:stCxn id="233" idx="2"/>
            <a:endCxn id="31" idx="0"/>
          </p:cNvCxnSpPr>
          <p:nvPr/>
        </p:nvCxnSpPr>
        <p:spPr bwMode="auto">
          <a:xfrm rot="5400000">
            <a:off x="2513484" y="2715709"/>
            <a:ext cx="139194" cy="1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6" name="AutoShape 48"/>
          <p:cNvSpPr>
            <a:spLocks noChangeArrowheads="1"/>
          </p:cNvSpPr>
          <p:nvPr/>
        </p:nvSpPr>
        <p:spPr bwMode="auto">
          <a:xfrm>
            <a:off x="3411755" y="2553967"/>
            <a:ext cx="1473436" cy="576262"/>
          </a:xfrm>
          <a:prstGeom prst="diamond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 anchorCtr="1"/>
          <a:lstStyle/>
          <a:p>
            <a:pPr eaLnBrk="0" latinLnBrk="0" hangingPunct="0">
              <a:lnSpc>
                <a:spcPct val="100000"/>
              </a:lnSpc>
            </a:pPr>
            <a:r>
              <a:rPr kumimoji="0"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선물</a:t>
            </a:r>
            <a:r>
              <a:rPr kumimoji="0"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kumimoji="0"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구매 </a:t>
            </a:r>
            <a:r>
              <a:rPr kumimoji="0"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</p:txBody>
      </p:sp>
      <p:cxnSp>
        <p:nvCxnSpPr>
          <p:cNvPr id="37" name="꺾인 연결선 36"/>
          <p:cNvCxnSpPr>
            <a:stCxn id="30" idx="3"/>
            <a:endCxn id="36" idx="1"/>
          </p:cNvCxnSpPr>
          <p:nvPr/>
        </p:nvCxnSpPr>
        <p:spPr bwMode="auto">
          <a:xfrm flipV="1">
            <a:off x="3129298" y="2842098"/>
            <a:ext cx="282457" cy="384964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39" name="그룹 38"/>
          <p:cNvGrpSpPr/>
          <p:nvPr/>
        </p:nvGrpSpPr>
        <p:grpSpPr>
          <a:xfrm>
            <a:off x="5514796" y="2109616"/>
            <a:ext cx="1092437" cy="888701"/>
            <a:chOff x="4488672" y="1976326"/>
            <a:chExt cx="1092437" cy="888701"/>
          </a:xfrm>
        </p:grpSpPr>
        <p:sp>
          <p:nvSpPr>
            <p:cNvPr id="40" name="Rectangle 586"/>
            <p:cNvSpPr>
              <a:spLocks noChangeArrowheads="1"/>
            </p:cNvSpPr>
            <p:nvPr/>
          </p:nvSpPr>
          <p:spPr bwMode="auto">
            <a:xfrm>
              <a:off x="4488672" y="2157003"/>
              <a:ext cx="1092437" cy="522000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lvl="0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PID.4.2.1.1.</a:t>
              </a:r>
            </a:p>
            <a:p>
              <a:pPr lvl="0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선물대상자 입력</a:t>
              </a:r>
            </a:p>
          </p:txBody>
        </p:sp>
        <p:sp>
          <p:nvSpPr>
            <p:cNvPr id="41" name="Rectangle 587"/>
            <p:cNvSpPr>
              <a:spLocks noChangeArrowheads="1"/>
            </p:cNvSpPr>
            <p:nvPr/>
          </p:nvSpPr>
          <p:spPr bwMode="auto">
            <a:xfrm>
              <a:off x="4488672" y="1976326"/>
              <a:ext cx="1092437" cy="19211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r>
                <a:rPr lang="en-US" altLang="ko-KR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charset="0"/>
                </a:rPr>
                <a:t>B2C</a:t>
              </a:r>
              <a:r>
                <a:rPr lang="ko-KR" altLang="en-US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charset="0"/>
                </a:rPr>
                <a:t>고객</a:t>
              </a:r>
            </a:p>
          </p:txBody>
        </p:sp>
        <p:sp>
          <p:nvSpPr>
            <p:cNvPr id="42" name="Rectangle 588"/>
            <p:cNvSpPr>
              <a:spLocks noChangeArrowheads="1"/>
            </p:cNvSpPr>
            <p:nvPr/>
          </p:nvSpPr>
          <p:spPr bwMode="auto">
            <a:xfrm>
              <a:off x="4488672" y="2672916"/>
              <a:ext cx="1092437" cy="19211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>
                <a:buSzTx/>
              </a:pPr>
              <a:r>
                <a:rPr lang="en-US" altLang="ko-KR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charset="0"/>
                </a:rPr>
                <a:t>Mobile Web/App</a:t>
              </a:r>
              <a:endParaRPr lang="ko-KR" altLang="en-US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charset="0"/>
              </a:endParaRPr>
            </a:p>
          </p:txBody>
        </p:sp>
      </p:grpSp>
      <p:sp>
        <p:nvSpPr>
          <p:cNvPr id="43" name="Text Box 164"/>
          <p:cNvSpPr txBox="1">
            <a:spLocks noChangeArrowheads="1"/>
          </p:cNvSpPr>
          <p:nvPr/>
        </p:nvSpPr>
        <p:spPr bwMode="auto">
          <a:xfrm>
            <a:off x="4845766" y="2307746"/>
            <a:ext cx="793034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선물하기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5" name="그룹 44"/>
          <p:cNvGrpSpPr/>
          <p:nvPr/>
        </p:nvGrpSpPr>
        <p:grpSpPr>
          <a:xfrm>
            <a:off x="5514796" y="3072847"/>
            <a:ext cx="1092437" cy="888701"/>
            <a:chOff x="4488672" y="1976326"/>
            <a:chExt cx="1092437" cy="888701"/>
          </a:xfrm>
        </p:grpSpPr>
        <p:sp>
          <p:nvSpPr>
            <p:cNvPr id="46" name="Rectangle 586"/>
            <p:cNvSpPr>
              <a:spLocks noChangeArrowheads="1"/>
            </p:cNvSpPr>
            <p:nvPr/>
          </p:nvSpPr>
          <p:spPr bwMode="auto">
            <a:xfrm>
              <a:off x="4488672" y="2157003"/>
              <a:ext cx="1092437" cy="522000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lvl="0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PID.4.3.1.1.</a:t>
              </a:r>
            </a:p>
            <a:p>
              <a:pPr lvl="0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결제하기</a:t>
              </a:r>
            </a:p>
          </p:txBody>
        </p:sp>
        <p:sp>
          <p:nvSpPr>
            <p:cNvPr id="47" name="Rectangle 587"/>
            <p:cNvSpPr>
              <a:spLocks noChangeArrowheads="1"/>
            </p:cNvSpPr>
            <p:nvPr/>
          </p:nvSpPr>
          <p:spPr bwMode="auto">
            <a:xfrm>
              <a:off x="4488672" y="1976326"/>
              <a:ext cx="1092437" cy="19211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r>
                <a:rPr lang="en-US" altLang="ko-KR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charset="0"/>
                </a:rPr>
                <a:t>B2C</a:t>
              </a:r>
              <a:r>
                <a:rPr lang="ko-KR" altLang="en-US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charset="0"/>
                </a:rPr>
                <a:t>고객</a:t>
              </a:r>
            </a:p>
          </p:txBody>
        </p:sp>
        <p:sp>
          <p:nvSpPr>
            <p:cNvPr id="48" name="Rectangle 588"/>
            <p:cNvSpPr>
              <a:spLocks noChangeArrowheads="1"/>
            </p:cNvSpPr>
            <p:nvPr/>
          </p:nvSpPr>
          <p:spPr bwMode="auto">
            <a:xfrm>
              <a:off x="4488672" y="2672916"/>
              <a:ext cx="1092437" cy="19211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>
                <a:buSzTx/>
              </a:pPr>
              <a:r>
                <a:rPr lang="en-US" altLang="ko-KR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charset="0"/>
                </a:rPr>
                <a:t>Mobile Web/App</a:t>
              </a:r>
              <a:endParaRPr lang="ko-KR" altLang="en-US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charset="0"/>
              </a:endParaRPr>
            </a:p>
          </p:txBody>
        </p:sp>
      </p:grpSp>
      <p:sp>
        <p:nvSpPr>
          <p:cNvPr id="49" name="Text Box 164"/>
          <p:cNvSpPr txBox="1">
            <a:spLocks noChangeArrowheads="1"/>
          </p:cNvSpPr>
          <p:nvPr/>
        </p:nvSpPr>
        <p:spPr bwMode="auto">
          <a:xfrm>
            <a:off x="4189272" y="3160956"/>
            <a:ext cx="793034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구매하기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0" name="꺾인 연결선 49"/>
          <p:cNvCxnSpPr>
            <a:stCxn id="36" idx="2"/>
            <a:endCxn id="46" idx="1"/>
          </p:cNvCxnSpPr>
          <p:nvPr/>
        </p:nvCxnSpPr>
        <p:spPr bwMode="auto">
          <a:xfrm rot="16200000" flipH="1">
            <a:off x="4639487" y="2639214"/>
            <a:ext cx="384295" cy="1366323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5" name="꺾인 연결선 54"/>
          <p:cNvCxnSpPr>
            <a:stCxn id="36" idx="3"/>
            <a:endCxn id="40" idx="1"/>
          </p:cNvCxnSpPr>
          <p:nvPr/>
        </p:nvCxnSpPr>
        <p:spPr bwMode="auto">
          <a:xfrm flipV="1">
            <a:off x="4885191" y="2551293"/>
            <a:ext cx="629605" cy="290805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84" name="그룹 83"/>
          <p:cNvGrpSpPr/>
          <p:nvPr/>
        </p:nvGrpSpPr>
        <p:grpSpPr>
          <a:xfrm>
            <a:off x="3624003" y="5273937"/>
            <a:ext cx="1092437" cy="888701"/>
            <a:chOff x="4488672" y="1976326"/>
            <a:chExt cx="1092437" cy="888701"/>
          </a:xfrm>
        </p:grpSpPr>
        <p:sp>
          <p:nvSpPr>
            <p:cNvPr id="85" name="Rectangle 586"/>
            <p:cNvSpPr>
              <a:spLocks noChangeArrowheads="1"/>
            </p:cNvSpPr>
            <p:nvPr/>
          </p:nvSpPr>
          <p:spPr bwMode="auto">
            <a:xfrm>
              <a:off x="4488672" y="2157003"/>
              <a:ext cx="1092437" cy="522000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lvl="0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PID.4.3.3.1.</a:t>
              </a:r>
            </a:p>
            <a:p>
              <a:pPr lvl="0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결제실패</a:t>
              </a:r>
            </a:p>
          </p:txBody>
        </p:sp>
        <p:sp>
          <p:nvSpPr>
            <p:cNvPr id="86" name="Rectangle 587"/>
            <p:cNvSpPr>
              <a:spLocks noChangeArrowheads="1"/>
            </p:cNvSpPr>
            <p:nvPr/>
          </p:nvSpPr>
          <p:spPr bwMode="auto">
            <a:xfrm>
              <a:off x="4488672" y="1976326"/>
              <a:ext cx="1092437" cy="19211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r>
                <a:rPr lang="en-US" altLang="ko-KR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charset="0"/>
                </a:rPr>
                <a:t>B2C</a:t>
              </a:r>
              <a:r>
                <a:rPr lang="ko-KR" altLang="en-US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charset="0"/>
                </a:rPr>
                <a:t>고객</a:t>
              </a:r>
            </a:p>
          </p:txBody>
        </p:sp>
        <p:sp>
          <p:nvSpPr>
            <p:cNvPr id="87" name="Rectangle 588"/>
            <p:cNvSpPr>
              <a:spLocks noChangeArrowheads="1"/>
            </p:cNvSpPr>
            <p:nvPr/>
          </p:nvSpPr>
          <p:spPr bwMode="auto">
            <a:xfrm>
              <a:off x="4488672" y="2672916"/>
              <a:ext cx="1092437" cy="19211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>
                <a:buSzTx/>
              </a:pPr>
              <a:r>
                <a:rPr lang="en-US" altLang="ko-KR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charset="0"/>
                </a:rPr>
                <a:t>Mobile Web/App</a:t>
              </a:r>
              <a:endParaRPr lang="ko-KR" altLang="en-US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charset="0"/>
              </a:endParaRPr>
            </a:p>
          </p:txBody>
        </p:sp>
      </p:grpSp>
      <p:cxnSp>
        <p:nvCxnSpPr>
          <p:cNvPr id="88" name="꺾인 연결선 87"/>
          <p:cNvCxnSpPr>
            <a:stCxn id="40" idx="3"/>
            <a:endCxn id="46" idx="3"/>
          </p:cNvCxnSpPr>
          <p:nvPr/>
        </p:nvCxnSpPr>
        <p:spPr bwMode="auto">
          <a:xfrm>
            <a:off x="6607233" y="2551293"/>
            <a:ext cx="12700" cy="963231"/>
          </a:xfrm>
          <a:prstGeom prst="bent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1" name="AutoShape 48"/>
          <p:cNvSpPr>
            <a:spLocks noChangeArrowheads="1"/>
          </p:cNvSpPr>
          <p:nvPr/>
        </p:nvSpPr>
        <p:spPr bwMode="auto">
          <a:xfrm>
            <a:off x="3429480" y="4485422"/>
            <a:ext cx="1473436" cy="576262"/>
          </a:xfrm>
          <a:prstGeom prst="diamond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 anchorCtr="1"/>
          <a:lstStyle/>
          <a:p>
            <a:pPr eaLnBrk="0" latinLnBrk="0" hangingPunct="0">
              <a:lnSpc>
                <a:spcPct val="100000"/>
              </a:lnSpc>
            </a:pPr>
            <a:r>
              <a:rPr kumimoji="0"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결제 </a:t>
            </a:r>
            <a:r>
              <a:rPr kumimoji="0"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API ?</a:t>
            </a:r>
          </a:p>
        </p:txBody>
      </p:sp>
      <p:cxnSp>
        <p:nvCxnSpPr>
          <p:cNvPr id="92" name="꺾인 연결선 91"/>
          <p:cNvCxnSpPr>
            <a:stCxn id="48" idx="2"/>
            <a:endCxn id="91" idx="0"/>
          </p:cNvCxnSpPr>
          <p:nvPr/>
        </p:nvCxnSpPr>
        <p:spPr bwMode="auto">
          <a:xfrm rot="5400000">
            <a:off x="4851670" y="3276077"/>
            <a:ext cx="523874" cy="1894817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99" name="그룹 98"/>
          <p:cNvGrpSpPr/>
          <p:nvPr/>
        </p:nvGrpSpPr>
        <p:grpSpPr>
          <a:xfrm>
            <a:off x="5514794" y="4332986"/>
            <a:ext cx="1092437" cy="888701"/>
            <a:chOff x="4488672" y="1976326"/>
            <a:chExt cx="1092437" cy="888701"/>
          </a:xfrm>
        </p:grpSpPr>
        <p:sp>
          <p:nvSpPr>
            <p:cNvPr id="100" name="Rectangle 586"/>
            <p:cNvSpPr>
              <a:spLocks noChangeArrowheads="1"/>
            </p:cNvSpPr>
            <p:nvPr/>
          </p:nvSpPr>
          <p:spPr bwMode="auto">
            <a:xfrm>
              <a:off x="4488672" y="2157003"/>
              <a:ext cx="1092437" cy="522000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lvl="0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PID.4.3.2.1.</a:t>
              </a:r>
            </a:p>
            <a:p>
              <a:pPr lvl="0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결제완료</a:t>
              </a:r>
            </a:p>
          </p:txBody>
        </p:sp>
        <p:sp>
          <p:nvSpPr>
            <p:cNvPr id="101" name="Rectangle 587"/>
            <p:cNvSpPr>
              <a:spLocks noChangeArrowheads="1"/>
            </p:cNvSpPr>
            <p:nvPr/>
          </p:nvSpPr>
          <p:spPr bwMode="auto">
            <a:xfrm>
              <a:off x="4488672" y="1976326"/>
              <a:ext cx="1092437" cy="19211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r>
                <a:rPr lang="en-US" altLang="ko-KR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charset="0"/>
                </a:rPr>
                <a:t>B2C</a:t>
              </a:r>
              <a:r>
                <a:rPr lang="ko-KR" altLang="en-US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charset="0"/>
                </a:rPr>
                <a:t>고객</a:t>
              </a:r>
            </a:p>
          </p:txBody>
        </p:sp>
        <p:sp>
          <p:nvSpPr>
            <p:cNvPr id="102" name="Rectangle 588"/>
            <p:cNvSpPr>
              <a:spLocks noChangeArrowheads="1"/>
            </p:cNvSpPr>
            <p:nvPr/>
          </p:nvSpPr>
          <p:spPr bwMode="auto">
            <a:xfrm>
              <a:off x="4488672" y="2672916"/>
              <a:ext cx="1092437" cy="19211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>
                <a:buSzTx/>
              </a:pPr>
              <a:r>
                <a:rPr lang="en-US" altLang="ko-KR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charset="0"/>
                </a:rPr>
                <a:t>Mobile Web/App</a:t>
              </a:r>
              <a:endParaRPr lang="ko-KR" altLang="en-US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charset="0"/>
              </a:endParaRPr>
            </a:p>
          </p:txBody>
        </p:sp>
      </p:grpSp>
      <p:cxnSp>
        <p:nvCxnSpPr>
          <p:cNvPr id="103" name="꺾인 연결선 102"/>
          <p:cNvCxnSpPr>
            <a:stCxn id="91" idx="2"/>
            <a:endCxn id="86" idx="0"/>
          </p:cNvCxnSpPr>
          <p:nvPr/>
        </p:nvCxnSpPr>
        <p:spPr bwMode="auto">
          <a:xfrm rot="16200000" flipH="1">
            <a:off x="4062084" y="5165798"/>
            <a:ext cx="212253" cy="4024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5" name="꺾인 연결선 104"/>
          <p:cNvCxnSpPr>
            <a:stCxn id="91" idx="3"/>
            <a:endCxn id="100" idx="1"/>
          </p:cNvCxnSpPr>
          <p:nvPr/>
        </p:nvCxnSpPr>
        <p:spPr bwMode="auto">
          <a:xfrm>
            <a:off x="4902916" y="4773553"/>
            <a:ext cx="611878" cy="1110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8" name="꺾인 연결선 107"/>
          <p:cNvCxnSpPr>
            <a:stCxn id="85" idx="1"/>
            <a:endCxn id="32" idx="2"/>
          </p:cNvCxnSpPr>
          <p:nvPr/>
        </p:nvCxnSpPr>
        <p:spPr bwMode="auto">
          <a:xfrm rot="10800000">
            <a:off x="2583081" y="3674008"/>
            <a:ext cx="1040923" cy="2041607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13" name="Text Box 164"/>
          <p:cNvSpPr txBox="1">
            <a:spLocks noChangeArrowheads="1"/>
          </p:cNvSpPr>
          <p:nvPr/>
        </p:nvSpPr>
        <p:spPr bwMode="auto">
          <a:xfrm>
            <a:off x="4845587" y="4586101"/>
            <a:ext cx="793034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Success</a:t>
            </a:r>
          </a:p>
        </p:txBody>
      </p:sp>
      <p:sp>
        <p:nvSpPr>
          <p:cNvPr id="114" name="Text Box 164"/>
          <p:cNvSpPr txBox="1">
            <a:spLocks noChangeArrowheads="1"/>
          </p:cNvSpPr>
          <p:nvPr/>
        </p:nvSpPr>
        <p:spPr bwMode="auto">
          <a:xfrm>
            <a:off x="4148473" y="5008511"/>
            <a:ext cx="793034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FAIL</a:t>
            </a:r>
          </a:p>
        </p:txBody>
      </p:sp>
      <p:cxnSp>
        <p:nvCxnSpPr>
          <p:cNvPr id="119" name="꺾인 연결선 118"/>
          <p:cNvCxnSpPr>
            <a:stCxn id="100" idx="3"/>
            <a:endCxn id="79" idx="0"/>
          </p:cNvCxnSpPr>
          <p:nvPr/>
        </p:nvCxnSpPr>
        <p:spPr bwMode="auto">
          <a:xfrm>
            <a:off x="6607231" y="4774663"/>
            <a:ext cx="2296227" cy="393391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45" name="AutoShape 66"/>
          <p:cNvSpPr>
            <a:spLocks noChangeArrowheads="1"/>
          </p:cNvSpPr>
          <p:nvPr/>
        </p:nvSpPr>
        <p:spPr bwMode="auto">
          <a:xfrm>
            <a:off x="6867850" y="3783231"/>
            <a:ext cx="1143183" cy="762000"/>
          </a:xfrm>
          <a:prstGeom prst="flowChartMagneticDisk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latinLnBrk="0" hangingPunct="0">
              <a:lnSpc>
                <a:spcPct val="100000"/>
              </a:lnSpc>
              <a:spcBef>
                <a:spcPct val="10000"/>
              </a:spcBef>
            </a:pPr>
            <a:r>
              <a:rPr kumimoji="0"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서비스 약관 </a:t>
            </a:r>
            <a:endParaRPr kumimoji="0"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0" latinLnBrk="0" hangingPunct="0">
              <a:lnSpc>
                <a:spcPct val="100000"/>
              </a:lnSpc>
              <a:spcBef>
                <a:spcPct val="10000"/>
              </a:spcBef>
            </a:pPr>
            <a:r>
              <a:rPr kumimoji="0"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주문 정보</a:t>
            </a:r>
            <a:endParaRPr kumimoji="0"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46" name="꺾인 연결선 145"/>
          <p:cNvCxnSpPr>
            <a:endCxn id="145" idx="1"/>
          </p:cNvCxnSpPr>
          <p:nvPr/>
        </p:nvCxnSpPr>
        <p:spPr bwMode="auto">
          <a:xfrm>
            <a:off x="6607233" y="3590724"/>
            <a:ext cx="832209" cy="192507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4" name="직사각형 53"/>
          <p:cNvSpPr/>
          <p:nvPr/>
        </p:nvSpPr>
        <p:spPr bwMode="auto">
          <a:xfrm rot="20955666">
            <a:off x="3199744" y="3359683"/>
            <a:ext cx="3486150" cy="628650"/>
          </a:xfrm>
          <a:prstGeom prst="rect">
            <a:avLst/>
          </a:prstGeom>
          <a:solidFill>
            <a:srgbClr val="FFFF66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Illustrative</a:t>
            </a:r>
            <a:endParaRPr kumimoji="1" lang="ko-KR" altLang="en-US" sz="24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AutoShape 66"/>
          <p:cNvSpPr>
            <a:spLocks noChangeArrowheads="1"/>
          </p:cNvSpPr>
          <p:nvPr/>
        </p:nvSpPr>
        <p:spPr bwMode="auto">
          <a:xfrm>
            <a:off x="3573256" y="1733427"/>
            <a:ext cx="1143183" cy="600964"/>
          </a:xfrm>
          <a:prstGeom prst="flowChartMagneticDisk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latinLnBrk="0" hangingPunct="0">
              <a:lnSpc>
                <a:spcPct val="100000"/>
              </a:lnSpc>
              <a:spcBef>
                <a:spcPct val="10000"/>
              </a:spcBef>
            </a:pPr>
            <a:r>
              <a:rPr kumimoji="0" lang="ko-KR" altLang="en-US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쿠투</a:t>
            </a:r>
            <a:r>
              <a:rPr kumimoji="0"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상품 리스트</a:t>
            </a:r>
            <a:endParaRPr kumimoji="0"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1" name="꺾인 연결선 60"/>
          <p:cNvCxnSpPr>
            <a:stCxn id="231" idx="3"/>
            <a:endCxn id="57" idx="2"/>
          </p:cNvCxnSpPr>
          <p:nvPr/>
        </p:nvCxnSpPr>
        <p:spPr bwMode="auto">
          <a:xfrm flipV="1">
            <a:off x="3129299" y="2033909"/>
            <a:ext cx="443957" cy="165258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12" name="그룹 11"/>
          <p:cNvGrpSpPr/>
          <p:nvPr/>
        </p:nvGrpSpPr>
        <p:grpSpPr>
          <a:xfrm>
            <a:off x="6774782" y="1728264"/>
            <a:ext cx="1329317" cy="458357"/>
            <a:chOff x="6774782" y="1728264"/>
            <a:chExt cx="1329317" cy="458357"/>
          </a:xfrm>
        </p:grpSpPr>
        <p:sp>
          <p:nvSpPr>
            <p:cNvPr id="65" name="Rectangle 45"/>
            <p:cNvSpPr>
              <a:spLocks noChangeArrowheads="1"/>
            </p:cNvSpPr>
            <p:nvPr/>
          </p:nvSpPr>
          <p:spPr bwMode="gray">
            <a:xfrm>
              <a:off x="6774782" y="1728264"/>
              <a:ext cx="1329317" cy="22125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ysClr val="window" lastClr="FFFFFF">
                  <a:lumMod val="50000"/>
                </a:sysClr>
              </a:solidFill>
              <a:miter lim="800000"/>
              <a:headEnd/>
              <a:tailEnd/>
            </a:ln>
          </p:spPr>
          <p:txBody>
            <a:bodyPr wrap="none" lIns="72000" tIns="72000" rIns="72000" bIns="72000" anchor="ctr"/>
            <a:lstStyle/>
            <a:p>
              <a:pPr>
                <a:spcBef>
                  <a:spcPct val="50000"/>
                </a:spcBef>
              </a:pPr>
              <a:r>
                <a:rPr kumimoji="0"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IF_010_001(BSR-200)</a:t>
              </a:r>
            </a:p>
          </p:txBody>
        </p:sp>
        <p:sp>
          <p:nvSpPr>
            <p:cNvPr id="66" name="Rectangle 50"/>
            <p:cNvSpPr>
              <a:spLocks noChangeArrowheads="1"/>
            </p:cNvSpPr>
            <p:nvPr/>
          </p:nvSpPr>
          <p:spPr bwMode="auto">
            <a:xfrm>
              <a:off x="6774782" y="1953971"/>
              <a:ext cx="1329317" cy="23265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rIns="36000" anchor="ctr"/>
            <a:lstStyle/>
            <a:p>
              <a:r>
                <a:rPr kumimoji="0"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IF)</a:t>
              </a:r>
              <a:r>
                <a:rPr kumimoji="0"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쇼핑 </a:t>
              </a:r>
              <a:r>
                <a:rPr kumimoji="0" lang="ko-KR" altLang="en-US" sz="10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쿠투</a:t>
              </a:r>
              <a:r>
                <a:rPr kumimoji="0"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쿠폰목록</a:t>
              </a:r>
              <a:endParaRPr kumimoji="0"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75" name="꺾인 연결선 74"/>
          <p:cNvCxnSpPr>
            <a:stCxn id="65" idx="1"/>
            <a:endCxn id="57" idx="4"/>
          </p:cNvCxnSpPr>
          <p:nvPr/>
        </p:nvCxnSpPr>
        <p:spPr bwMode="auto">
          <a:xfrm rot="10800000" flipV="1">
            <a:off x="4716440" y="1838893"/>
            <a:ext cx="2058343" cy="195016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54522861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HY울릉도L"/>
        <a:ea typeface="HY울릉도L"/>
        <a:cs typeface=""/>
      </a:majorFont>
      <a:minorFont>
        <a:latin typeface="HY울릉도L"/>
        <a:ea typeface="HY울릉도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굴림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13147</TotalTime>
  <Words>495</Words>
  <Application>Microsoft Office PowerPoint</Application>
  <PresentationFormat>A4 용지(210x297mm)</PresentationFormat>
  <Paragraphs>187</Paragraphs>
  <Slides>7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5" baseType="lpstr">
      <vt:lpstr>HY울릉도L</vt:lpstr>
      <vt:lpstr>굴림</vt:lpstr>
      <vt:lpstr>맑은 고딕</vt:lpstr>
      <vt:lpstr>Arial</vt:lpstr>
      <vt:lpstr>Times New Roman</vt:lpstr>
      <vt:lpstr>Verdana</vt:lpstr>
      <vt:lpstr>Wingdings</vt:lpstr>
      <vt:lpstr>기본 디자인</vt:lpstr>
      <vt:lpstr>PowerPoint 프레젠테이션</vt:lpstr>
      <vt:lpstr>PowerPoint 프레젠테이션</vt:lpstr>
      <vt:lpstr>PID-100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CJ올리브네트웍스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TO-BE 업무흐름도</dc:title>
  <dc:subject>CJAG-Plan-AG02</dc:subject>
  <dc:creator>품질보증팀</dc:creator>
  <cp:keywords>2020-01-10</cp:keywords>
  <dc:description>CJ올리브네트웍스의 사전승인 없이 본 내용의 전부 또는 일부에 대한 복사, 전재, 배포, 사용을 금합니다.</dc:description>
  <cp:lastModifiedBy>User</cp:lastModifiedBy>
  <cp:revision>634</cp:revision>
  <dcterms:created xsi:type="dcterms:W3CDTF">2003-10-30T11:11:21Z</dcterms:created>
  <dcterms:modified xsi:type="dcterms:W3CDTF">2025-04-14T02:28:00Z</dcterms:modified>
  <cp:category>V1.2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DRClass">
    <vt:lpwstr/>
  </property>
  <property fmtid="{D5CDD505-2E9C-101B-9397-08002B2CF9AE}" pid="3" name="FDRSet">
    <vt:lpwstr/>
  </property>
</Properties>
</file>